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</p:sldIdLst>
  <p:notesMasterIdLst>
    <p:notesMasterId r:id="rId2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notesMaster" Target="notesMasters/notesMaster1.xml"/><Relationship Id="rId203" Type="http://schemas.openxmlformats.org/officeDocument/2006/relationships/presProps" Target="presProps.xml"/><Relationship Id="rId204" Type="http://schemas.openxmlformats.org/officeDocument/2006/relationships/viewProps" Target="viewProps.xml"/><Relationship Id="rId205" Type="http://schemas.openxmlformats.org/officeDocument/2006/relationships/theme" Target="theme/theme1.xml"/><Relationship Id="rId2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
Notes-only marker 001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
Notes-only marker 002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3
Notes-only marker 003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4
Notes-only marker 004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5
Notes-only marker 005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6
Notes-only marker 006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7
Notes-only marker 007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8
Notes-only marker 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9
Notes-only marker 009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10
Notes-only marker 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11
Notes-only marker 011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12
Notes-only marker 012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13
Notes-only marker 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14
Notes-only marker 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15
Notes-only marker 015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16
Notes-only marker 016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17
Notes-only marker 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18
Notes-only marker 018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19
Notes-only marker 019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20
Notes-only marker 020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21
Notes-only marker 021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22
Notes-only marker 022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23
Notes-only marker 023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24
Notes-only marker 024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25
Notes-only marker 025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26
Notes-only marker 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27
Notes-only marker 027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28
Notes-only marker 028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29
Notes-only marker 029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30
Notes-only marker 030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31
Notes-only marker 031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32
Notes-only marker 032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33
Notes-only marker 033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34
Notes-only marker 034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35
Notes-only marker 035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36
Notes-only marker 036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37
Notes-only marker 037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38
Notes-only marker 038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39
Notes-only marker 039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40
Notes-only marker 040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41
Notes-only marker 041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42
Notes-only marker 042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43
Notes-only marker 043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44
Notes-only marker 044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45
Notes-only marker 045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46
Notes-only marker 046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47
Notes-only marker 047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48
Notes-only marker 048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49
Notes-only marker 049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50
Notes-only marker 050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51
Notes-only marker 051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52
Notes-only marker 052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53
Notes-only marker 053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54
Notes-only marker 054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55
Notes-only marker 055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56
Notes-only marker 056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57
Notes-only marker 057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58
Notes-only marker 058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59
Notes-only marker 059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60
Notes-only marker 060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61
Notes-only marker 061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62
Notes-only marker 062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63
Notes-only marker 063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64
Notes-only marker 064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65
Notes-only marker 065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66
Notes-only marker 066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67
Notes-only marker 067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68
Notes-only marker 068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69
Notes-only marker 069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70
Notes-only marker 070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71
Notes-only marker 071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72
Notes-only marker 072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73
Notes-only marker 073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74
Notes-only marker 074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75
Notes-only marker 075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76
Notes-only marker 076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77
Notes-only marker 077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78
Notes-only marker 078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79
Notes-only marker 079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80
Notes-only marker 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81
Notes-only marker 081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82
Notes-only marker 082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83
Notes-only marker 083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84
Notes-only marker 084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85
Notes-only marker 085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86
Notes-only marker 086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87
Notes-only marker 087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88
Notes-only marker 088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89
Notes-only marker 089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90
Notes-only marker 090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91
Notes-only marker 091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92
Notes-only marker 092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93
Notes-only marker 093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94
Notes-only marker 094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95
Notes-only marker 095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96
Notes-only marker 096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97
Notes-only marker 097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98
Notes-only marker 098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99
Notes-only marker 099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100
Notes-only marker 100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101
Notes-only marker 101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102
Notes-only marker 102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103
Notes-only marker 103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104
Notes-only marker 104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105
Notes-only marker 105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106
Notes-only marker 106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107
Notes-only marker 107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108
Notes-only marker 108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109
Notes-only marker 109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110
Notes-only marker 110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111
Notes-only marker 111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112
Notes-only marker 112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113
Notes-only marker 113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114
Notes-only marker 114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115
Notes-only marker 115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116
Notes-only marker 116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117
Notes-only marker 117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118
Notes-only marker 118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119
Notes-only marker 119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120
Notes-only marker 120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121
Notes-only marker 121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122
Notes-only marker 122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123
Notes-only marker 123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124
Notes-only marker 124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125
Notes-only marker 125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126
Notes-only marker 126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127
Notes-only marker 127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128
Notes-only marker 128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129
Notes-only marker 129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130
Notes-only marker 130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131
Notes-only marker 131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132
Notes-only marker 132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133
Notes-only marker 133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134
Notes-only marker 134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135
Notes-only marker 135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136
Notes-only marker 136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137
Notes-only marker 137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138
Notes-only marker 138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139
Notes-only marker 139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140
Notes-only marker 140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141
Notes-only marker 141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142
Notes-only marker 142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143
Notes-only marker 143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144
Notes-only marker 144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145
Notes-only marker 145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146
Notes-only marker 146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147
Notes-only marker 147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148
Notes-only marker 148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149
Notes-only marker 149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150
Notes-only marker 150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151
Notes-only marker 151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152
Notes-only marker 152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153
Notes-only marker 153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154
Notes-only marker 154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155
Notes-only marker 155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156
Notes-only marker 156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157
Notes-only marker 157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158
Notes-only marker 158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159
Notes-only marker 159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160
Notes-only marker 160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161
Notes-only marker 161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162
Notes-only marker 162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163
Notes-only marker 163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164
Notes-only marker 164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165
Notes-only marker 165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166
Notes-only marker 166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167
Notes-only marker 167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168
Notes-only marker 168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169
Notes-only marker 169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170
Notes-only marker 170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171
Notes-only marker 171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172
Notes-only marker 172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173
Notes-only marker 173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174
Notes-only marker 174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175
Notes-only marker 175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176
Notes-only marker 176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177
Notes-only marker 177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178
Notes-only marker 178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179
Notes-only marker 179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180
Notes-only marker 180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181
Notes-only marker 181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182
Notes-only marker 182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183
Notes-only marker 183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184
Notes-only marker 184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185
Notes-only marker 185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186
Notes-only marker 186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187
Notes-only marker 187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188
Notes-only marker 188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189
Notes-only marker 189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190
Notes-only marker 190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191
Notes-only marker 191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192
Notes-only marker 192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193
Notes-only marker 193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194
Notes-only marker 194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195
Notes-only marker 195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196
Notes-only marker 196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197
Notes-only marker 197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198
Notes-only marker 198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199
Notes-only marker 199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speaker note 200
Notes-only marker 200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029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39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039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39: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49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049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49: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59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059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59: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69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069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69: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79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079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79: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89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089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89: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99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099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99: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109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109: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119: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129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129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129: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139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139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139: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149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149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149: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159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159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159: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169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169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169: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179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179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179: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187: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188: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189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189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189: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190: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191: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192: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193: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194: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195: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196: local deterministic benchmark content</a:t>
            </a:r>
            <a:endParaRPr lang="en-US" sz="18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197: local deterministic benchmark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852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search marker</a:t>
            </a:r>
            <a:endParaRPr lang="en-US" sz="14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198: local deterministic benchmark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852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简体中文搜索标记</a:t>
            </a:r>
            <a:endParaRPr lang="en-US" sz="14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199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199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199: local deterministic benchmark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852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繁體中文搜尋標記</a:t>
            </a:r>
            <a:endParaRPr lang="en-US" sz="14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benchmark slide 200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stress marker 200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828800"/>
            <a:ext cx="150876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3474720"/>
            <a:ext cx="1508760" cy="100584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15087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0" y="3474720"/>
            <a:ext cx="1508760" cy="10058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payload 200: local deterministic benchmark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8521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Unicode   spacing marker Café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200</Slides>
  <Notes>200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200</vt:i4>
      </vt:variant>
    </vt:vector>
  </HeadingPairs>
  <TitlesOfParts>
    <vt:vector size="2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200-slide cancellation and memory stress deck</dc:title>
  <dc:subject>MIT performance stress fixture with unique text and shapes</dc:subject>
  <dc:creator>Obsidian Office Viewer</dc:creator>
  <cp:lastModifiedBy>Obsidian Office Viewer</cp:lastModifiedBy>
  <cp:revision>1</cp:revision>
  <dcterms:created xsi:type="dcterms:W3CDTF">2026-07-18T15:15:07Z</dcterms:created>
  <dcterms:modified xsi:type="dcterms:W3CDTF">2026-07-18T15:15:07Z</dcterms:modified>
</cp:coreProperties>
</file>
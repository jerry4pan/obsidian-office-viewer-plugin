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slideMasters/slideMaster38.xml" ContentType="application/vnd.openxmlformats-officedocument.presentationml.slideMaster+xml"/>
  <Override PartName="/ppt/slides/slide38.xml" ContentType="application/vnd.openxmlformats-officedocument.presentationml.slide+xml"/>
  <Override PartName="/ppt/slideMasters/slideMaster39.xml" ContentType="application/vnd.openxmlformats-officedocument.presentationml.slideMaster+xml"/>
  <Override PartName="/ppt/slides/slide39.xml" ContentType="application/vnd.openxmlformats-officedocument.presentationml.slide+xml"/>
  <Override PartName="/ppt/slideMasters/slideMaster40.xml" ContentType="application/vnd.openxmlformats-officedocument.presentationml.slideMaster+xml"/>
  <Override PartName="/ppt/slides/slide40.xml" ContentType="application/vnd.openxmlformats-officedocument.presentationml.slide+xml"/>
  <Override PartName="/ppt/slideMasters/slideMaster41.xml" ContentType="application/vnd.openxmlformats-officedocument.presentationml.slideMaster+xml"/>
  <Override PartName="/ppt/slides/slide41.xml" ContentType="application/vnd.openxmlformats-officedocument.presentationml.slide+xml"/>
  <Override PartName="/ppt/slideMasters/slideMaster42.xml" ContentType="application/vnd.openxmlformats-officedocument.presentationml.slideMaster+xml"/>
  <Override PartName="/ppt/slides/slide42.xml" ContentType="application/vnd.openxmlformats-officedocument.presentationml.slide+xml"/>
  <Override PartName="/ppt/slideMasters/slideMaster43.xml" ContentType="application/vnd.openxmlformats-officedocument.presentationml.slideMaster+xml"/>
  <Override PartName="/ppt/slides/slide43.xml" ContentType="application/vnd.openxmlformats-officedocument.presentationml.slide+xml"/>
  <Override PartName="/ppt/slideMasters/slideMaster44.xml" ContentType="application/vnd.openxmlformats-officedocument.presentationml.slideMaster+xml"/>
  <Override PartName="/ppt/slides/slide44.xml" ContentType="application/vnd.openxmlformats-officedocument.presentationml.slide+xml"/>
  <Override PartName="/ppt/slideMasters/slideMaster45.xml" ContentType="application/vnd.openxmlformats-officedocument.presentationml.slideMaster+xml"/>
  <Override PartName="/ppt/slides/slide45.xml" ContentType="application/vnd.openxmlformats-officedocument.presentationml.slide+xml"/>
  <Override PartName="/ppt/slideMasters/slideMaster46.xml" ContentType="application/vnd.openxmlformats-officedocument.presentationml.slideMaster+xml"/>
  <Override PartName="/ppt/slides/slide46.xml" ContentType="application/vnd.openxmlformats-officedocument.presentationml.slide+xml"/>
  <Override PartName="/ppt/slideMasters/slideMaster47.xml" ContentType="application/vnd.openxmlformats-officedocument.presentationml.slideMaster+xml"/>
  <Override PartName="/ppt/slides/slide47.xml" ContentType="application/vnd.openxmlformats-officedocument.presentationml.slide+xml"/>
  <Override PartName="/ppt/slideMasters/slideMaster48.xml" ContentType="application/vnd.openxmlformats-officedocument.presentationml.slideMaster+xml"/>
  <Override PartName="/ppt/slides/slide48.xml" ContentType="application/vnd.openxmlformats-officedocument.presentationml.slide+xml"/>
  <Override PartName="/ppt/slideMasters/slideMaster49.xml" ContentType="application/vnd.openxmlformats-officedocument.presentationml.slideMaster+xml"/>
  <Override PartName="/ppt/slides/slide49.xml" ContentType="application/vnd.openxmlformats-officedocument.presentationml.slide+xml"/>
  <Override PartName="/ppt/slideMasters/slideMaster50.xml" ContentType="application/vnd.openxmlformats-officedocument.presentationml.slideMaster+xml"/>
  <Override PartName="/ppt/slides/slide5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  <p:sldId id="304" r:id="rId50"/>
    <p:sldId id="305" r:id="rId51"/>
  </p:sldIdLst>
  <p:notesMasterIdLst>
    <p:notesMasterId r:id="rId5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slide" Target="slides/slide41.xml"/><Relationship Id="rId43" Type="http://schemas.openxmlformats.org/officeDocument/2006/relationships/slide" Target="slides/slide42.xml"/><Relationship Id="rId44" Type="http://schemas.openxmlformats.org/officeDocument/2006/relationships/slide" Target="slides/slide43.xml"/><Relationship Id="rId45" Type="http://schemas.openxmlformats.org/officeDocument/2006/relationships/slide" Target="slides/slide44.xml"/><Relationship Id="rId46" Type="http://schemas.openxmlformats.org/officeDocument/2006/relationships/slide" Target="slides/slide45.xml"/><Relationship Id="rId47" Type="http://schemas.openxmlformats.org/officeDocument/2006/relationships/slide" Target="slides/slide46.xml"/><Relationship Id="rId48" Type="http://schemas.openxmlformats.org/officeDocument/2006/relationships/slide" Target="slides/slide47.xml"/><Relationship Id="rId49" Type="http://schemas.openxmlformats.org/officeDocument/2006/relationships/slide" Target="slides/slide48.xml"/><Relationship Id="rId50" Type="http://schemas.openxmlformats.org/officeDocument/2006/relationships/slide" Target="slides/slide49.xml"/><Relationship Id="rId51" Type="http://schemas.openxmlformats.org/officeDocument/2006/relationships/slide" Target="slides/slide50.xml"/><Relationship Id="rId52" Type="http://schemas.openxmlformats.org/officeDocument/2006/relationships/notesMaster" Target="notesMasters/notesMaster1.xml"/><Relationship Id="rId53" Type="http://schemas.openxmlformats.org/officeDocument/2006/relationships/presProps" Target="presProps.xml"/><Relationship Id="rId54" Type="http://schemas.openxmlformats.org/officeDocument/2006/relationships/viewProps" Target="viewProps.xml"/><Relationship Id="rId55" Type="http://schemas.openxmlformats.org/officeDocument/2006/relationships/theme" Target="theme/theme1.xml"/><Relationship Id="rId5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_rels/notesSlide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.xml"/>
		</Relationships>
</file>

<file path=ppt/notesSlides/_rels/notesSlide3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9.xml"/>
		</Relationships>
</file>

<file path=ppt/notesSlides/_rels/notesSlide4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0.xml"/>
		</Relationships>
</file>

<file path=ppt/notesSlides/_rels/notesSlide4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1.xml"/>
		</Relationships>
</file>

<file path=ppt/notesSlides/_rels/notesSlide4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2.xml"/>
		</Relationships>
</file>

<file path=ppt/notesSlides/_rels/notesSlide4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3.xml"/>
		</Relationships>
</file>

<file path=ppt/notesSlides/_rels/notesSlide4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4.xml"/>
		</Relationships>
</file>

<file path=ppt/notesSlides/_rels/notesSlide4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5.xml"/>
		</Relationships>
</file>

<file path=ppt/notesSlides/_rels/notesSlide4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6.xml"/>
		</Relationships>
</file>

<file path=ppt/notesSlides/_rels/notesSlide4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7.xml"/>
		</Relationships>
</file>

<file path=ppt/notesSlides/_rels/notesSlide4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8.xml"/>
		</Relationships>
</file>

<file path=ppt/notesSlides/_rels/notesSlide4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9.xml"/>
		</Relationships>
</file>

<file path=ppt/notesSlides/_rels/notesSlide5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image" Target="../media/image-14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image" Target="../media/image-15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image" Target="../media/image-16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image" Target="../media/image-17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image" Target="../media/image-18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image" Target="../media/image-19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png"/><Relationship Id="rId2" Type="http://schemas.openxmlformats.org/officeDocument/2006/relationships/image" Target="../media/image-20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1-1.png"/><Relationship Id="rId2" Type="http://schemas.openxmlformats.org/officeDocument/2006/relationships/image" Target="../media/image-21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2-1.png"/><Relationship Id="rId2" Type="http://schemas.openxmlformats.org/officeDocument/2006/relationships/image" Target="../media/image-22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3-1.png"/><Relationship Id="rId2" Type="http://schemas.openxmlformats.org/officeDocument/2006/relationships/image" Target="../media/image-23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4-1.png"/><Relationship Id="rId2" Type="http://schemas.openxmlformats.org/officeDocument/2006/relationships/image" Target="../media/image-24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5-1.png"/><Relationship Id="rId2" Type="http://schemas.openxmlformats.org/officeDocument/2006/relationships/image" Target="../media/image-25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6-1.png"/><Relationship Id="rId2" Type="http://schemas.openxmlformats.org/officeDocument/2006/relationships/image" Target="../media/image-26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7-1.png"/><Relationship Id="rId2" Type="http://schemas.openxmlformats.org/officeDocument/2006/relationships/image" Target="../media/image-27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8-1.png"/><Relationship Id="rId2" Type="http://schemas.openxmlformats.org/officeDocument/2006/relationships/image" Target="../media/image-28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9-1.png"/><Relationship Id="rId2" Type="http://schemas.openxmlformats.org/officeDocument/2006/relationships/image" Target="../media/image-29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0-1.png"/><Relationship Id="rId2" Type="http://schemas.openxmlformats.org/officeDocument/2006/relationships/image" Target="../media/image-30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1-1.png"/><Relationship Id="rId2" Type="http://schemas.openxmlformats.org/officeDocument/2006/relationships/image" Target="../media/image-31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2-1.png"/><Relationship Id="rId2" Type="http://schemas.openxmlformats.org/officeDocument/2006/relationships/image" Target="../media/image-32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3-1.png"/><Relationship Id="rId2" Type="http://schemas.openxmlformats.org/officeDocument/2006/relationships/image" Target="../media/image-33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4-1.png"/><Relationship Id="rId2" Type="http://schemas.openxmlformats.org/officeDocument/2006/relationships/image" Target="../media/image-34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5-1.png"/><Relationship Id="rId2" Type="http://schemas.openxmlformats.org/officeDocument/2006/relationships/image" Target="../media/image-35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6-1.png"/><Relationship Id="rId2" Type="http://schemas.openxmlformats.org/officeDocument/2006/relationships/image" Target="../media/image-36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6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7-1.png"/><Relationship Id="rId2" Type="http://schemas.openxmlformats.org/officeDocument/2006/relationships/image" Target="../media/image-37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8-1.png"/><Relationship Id="rId2" Type="http://schemas.openxmlformats.org/officeDocument/2006/relationships/image" Target="../media/image-38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8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9-1.png"/><Relationship Id="rId2" Type="http://schemas.openxmlformats.org/officeDocument/2006/relationships/image" Target="../media/image-39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9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0-1.png"/><Relationship Id="rId2" Type="http://schemas.openxmlformats.org/officeDocument/2006/relationships/image" Target="../media/image-40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0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1-1.png"/><Relationship Id="rId2" Type="http://schemas.openxmlformats.org/officeDocument/2006/relationships/image" Target="../media/image-41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1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2-1.png"/><Relationship Id="rId2" Type="http://schemas.openxmlformats.org/officeDocument/2006/relationships/image" Target="../media/image-42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3-1.png"/><Relationship Id="rId2" Type="http://schemas.openxmlformats.org/officeDocument/2006/relationships/image" Target="../media/image-43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3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4-1.png"/><Relationship Id="rId2" Type="http://schemas.openxmlformats.org/officeDocument/2006/relationships/image" Target="../media/image-44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4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5-1.png"/><Relationship Id="rId2" Type="http://schemas.openxmlformats.org/officeDocument/2006/relationships/image" Target="../media/image-45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5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6-1.png"/><Relationship Id="rId2" Type="http://schemas.openxmlformats.org/officeDocument/2006/relationships/image" Target="../media/image-46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6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7-1.png"/><Relationship Id="rId2" Type="http://schemas.openxmlformats.org/officeDocument/2006/relationships/image" Target="../media/image-47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7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8-1.png"/><Relationship Id="rId2" Type="http://schemas.openxmlformats.org/officeDocument/2006/relationships/image" Target="../media/image-48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8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9-1.png"/><Relationship Id="rId2" Type="http://schemas.openxmlformats.org/officeDocument/2006/relationships/image" Target="../media/image-49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9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0-1.png"/><Relationship Id="rId2" Type="http://schemas.openxmlformats.org/officeDocument/2006/relationships/image" Target="../media/image-50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6576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725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M2 representative benchmark slide 1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94360" y="932688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Repository-authored content sample 01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640080" y="1508760"/>
            <a:ext cx="2148840" cy="685800"/>
          </a:xfrm>
          <a:prstGeom prst="roundRect">
            <a:avLst/>
          </a:prstGeom>
          <a:solidFill>
            <a:srgbClr val="D1FAE5"/>
          </a:solidFill>
          <a:ln w="15875">
            <a:solidFill>
              <a:srgbClr val="64748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Section 1</a:t>
            </a:r>
            <a:endParaRPr lang="en-US" sz="2000" dirty="0"/>
          </a:p>
        </p:txBody>
      </p:sp>
      <p:graphicFrame>
        <p:nvGraphicFramePr>
          <p:cNvPr id="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2514600"/>
          <a:ext cx="4937760" cy="2057400"/>
        </p:xfrm>
        <a:graphic>
          <a:graphicData uri="http://schemas.openxmlformats.org/drawingml/2006/table">
            <a:tbl>
              <a:tblPr/>
              <a:tblGrid>
                <a:gridCol w="1645920"/>
                <a:gridCol w="1645920"/>
                <a:gridCol w="1645920"/>
              </a:tblGrid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Metric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Current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Target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Readability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91%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100%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Slide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50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</a:tbl>
          </a:graphicData>
        </a:graphic>
      </p:graphicFrame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5989320" y="1508760"/>
            <a:ext cx="5303520" cy="2651760"/>
          </a:xfrm>
          <a:prstGeom prst="rect">
            <a:avLst/>
          </a:prstGeom>
        </p:spPr>
      </p:pic>
      <p:sp>
        <p:nvSpPr>
          <p:cNvPr id="7" name="Shape 3"/>
          <p:cNvSpPr/>
          <p:nvPr/>
        </p:nvSpPr>
        <p:spPr>
          <a:xfrm>
            <a:off x="5989320" y="4800600"/>
            <a:ext cx="5303520" cy="0"/>
          </a:xfrm>
          <a:prstGeom prst="line">
            <a:avLst/>
          </a:prstGeom>
          <a:noFill/>
          <a:ln w="25400">
            <a:solidFill>
              <a:srgbClr val="94A3B8"/>
            </a:solidFill>
            <a:prstDash val="solid"/>
          </a:ln>
        </p:spPr>
      </p:sp>
      <p:sp>
        <p:nvSpPr>
          <p:cNvPr id="8" name="Text 4"/>
          <p:cNvSpPr/>
          <p:nvPr/>
        </p:nvSpPr>
        <p:spPr>
          <a:xfrm>
            <a:off x="5989320" y="5010912"/>
            <a:ext cx="5303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Unique representative marker 1</a:t>
            </a:r>
            <a:endParaRPr lang="en-US" sz="15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6576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725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M2 representative benchmark slide 2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94360" y="932688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Repository-authored content sample 02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640080" y="1508760"/>
            <a:ext cx="2148840" cy="685800"/>
          </a:xfrm>
          <a:prstGeom prst="roundRect">
            <a:avLst/>
          </a:prstGeom>
          <a:solidFill>
            <a:srgbClr val="DBEAFE"/>
          </a:solidFill>
          <a:ln w="15875">
            <a:solidFill>
              <a:srgbClr val="64748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Section 2</a:t>
            </a:r>
            <a:endParaRPr lang="en-US" sz="2000" dirty="0"/>
          </a:p>
        </p:txBody>
      </p:sp>
      <p:graphicFrame>
        <p:nvGraphicFramePr>
          <p:cNvPr id="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2514600"/>
          <a:ext cx="4937760" cy="2057400"/>
        </p:xfrm>
        <a:graphic>
          <a:graphicData uri="http://schemas.openxmlformats.org/drawingml/2006/table">
            <a:tbl>
              <a:tblPr/>
              <a:tblGrid>
                <a:gridCol w="1645920"/>
                <a:gridCol w="1645920"/>
                <a:gridCol w="1645920"/>
              </a:tblGrid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Metric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Current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Target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Readability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92%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100%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Slide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50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</a:tbl>
          </a:graphicData>
        </a:graphic>
      </p:graphicFrame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5989320" y="1508760"/>
            <a:ext cx="5303520" cy="2651760"/>
          </a:xfrm>
          <a:prstGeom prst="rect">
            <a:avLst/>
          </a:prstGeom>
        </p:spPr>
      </p:pic>
      <p:sp>
        <p:nvSpPr>
          <p:cNvPr id="7" name="Shape 3"/>
          <p:cNvSpPr/>
          <p:nvPr/>
        </p:nvSpPr>
        <p:spPr>
          <a:xfrm>
            <a:off x="5989320" y="4800600"/>
            <a:ext cx="5303520" cy="0"/>
          </a:xfrm>
          <a:prstGeom prst="line">
            <a:avLst/>
          </a:prstGeom>
          <a:noFill/>
          <a:ln w="25400">
            <a:solidFill>
              <a:srgbClr val="94A3B8"/>
            </a:solidFill>
            <a:prstDash val="solid"/>
          </a:ln>
        </p:spPr>
      </p:sp>
      <p:sp>
        <p:nvSpPr>
          <p:cNvPr id="8" name="Text 4"/>
          <p:cNvSpPr/>
          <p:nvPr/>
        </p:nvSpPr>
        <p:spPr>
          <a:xfrm>
            <a:off x="5989320" y="5010912"/>
            <a:ext cx="5303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Unique representative marker 2</a:t>
            </a:r>
            <a:endParaRPr lang="en-US" sz="15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6576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725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M2 representative benchmark slide 3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94360" y="932688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Repository-authored content sample 03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640080" y="1508760"/>
            <a:ext cx="2148840" cy="685800"/>
          </a:xfrm>
          <a:prstGeom prst="roundRect">
            <a:avLst/>
          </a:prstGeom>
          <a:solidFill>
            <a:srgbClr val="D1FAE5"/>
          </a:solidFill>
          <a:ln w="15875">
            <a:solidFill>
              <a:srgbClr val="64748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Section 3</a:t>
            </a:r>
            <a:endParaRPr lang="en-US" sz="20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2514600"/>
          <a:ext cx="4937760" cy="2057400"/>
        </p:xfrm>
        <a:graphic>
          <a:graphicData uri="http://schemas.openxmlformats.org/drawingml/2006/table">
            <a:tbl>
              <a:tblPr/>
              <a:tblGrid>
                <a:gridCol w="1645920"/>
                <a:gridCol w="1645920"/>
                <a:gridCol w="1645920"/>
              </a:tblGrid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Metric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Current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Target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Readability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93%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100%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Slide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50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</a:tbl>
          </a:graphicData>
        </a:graphic>
      </p:graphicFrame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5989320" y="1508760"/>
            <a:ext cx="5303520" cy="2651760"/>
          </a:xfrm>
          <a:prstGeom prst="rect">
            <a:avLst/>
          </a:prstGeom>
        </p:spPr>
      </p:pic>
      <p:sp>
        <p:nvSpPr>
          <p:cNvPr id="7" name="Shape 3"/>
          <p:cNvSpPr/>
          <p:nvPr/>
        </p:nvSpPr>
        <p:spPr>
          <a:xfrm>
            <a:off x="5989320" y="4800600"/>
            <a:ext cx="5303520" cy="0"/>
          </a:xfrm>
          <a:prstGeom prst="line">
            <a:avLst/>
          </a:prstGeom>
          <a:noFill/>
          <a:ln w="25400">
            <a:solidFill>
              <a:srgbClr val="94A3B8"/>
            </a:solidFill>
            <a:prstDash val="solid"/>
          </a:ln>
        </p:spPr>
      </p:sp>
      <p:sp>
        <p:nvSpPr>
          <p:cNvPr id="8" name="Text 4"/>
          <p:cNvSpPr/>
          <p:nvPr/>
        </p:nvSpPr>
        <p:spPr>
          <a:xfrm>
            <a:off x="5989320" y="5010912"/>
            <a:ext cx="5303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Unique representative marker 3</a:t>
            </a:r>
            <a:endParaRPr lang="en-US" sz="15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6576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725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M2 representative benchmark slide 4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94360" y="932688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Repository-authored content sample 04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640080" y="1508760"/>
            <a:ext cx="2148840" cy="685800"/>
          </a:xfrm>
          <a:prstGeom prst="roundRect">
            <a:avLst/>
          </a:prstGeom>
          <a:solidFill>
            <a:srgbClr val="DBEAFE"/>
          </a:solidFill>
          <a:ln w="15875">
            <a:solidFill>
              <a:srgbClr val="64748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Section 4</a:t>
            </a:r>
            <a:endParaRPr lang="en-US" sz="20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2514600"/>
          <a:ext cx="4937760" cy="2057400"/>
        </p:xfrm>
        <a:graphic>
          <a:graphicData uri="http://schemas.openxmlformats.org/drawingml/2006/table">
            <a:tbl>
              <a:tblPr/>
              <a:tblGrid>
                <a:gridCol w="1645920"/>
                <a:gridCol w="1645920"/>
                <a:gridCol w="1645920"/>
              </a:tblGrid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Metric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Current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Target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Readability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94%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100%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Slide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50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</a:tbl>
          </a:graphicData>
        </a:graphic>
      </p:graphicFrame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5989320" y="1508760"/>
            <a:ext cx="5303520" cy="2651760"/>
          </a:xfrm>
          <a:prstGeom prst="rect">
            <a:avLst/>
          </a:prstGeom>
        </p:spPr>
      </p:pic>
      <p:sp>
        <p:nvSpPr>
          <p:cNvPr id="7" name="Shape 3"/>
          <p:cNvSpPr/>
          <p:nvPr/>
        </p:nvSpPr>
        <p:spPr>
          <a:xfrm>
            <a:off x="5989320" y="4800600"/>
            <a:ext cx="5303520" cy="0"/>
          </a:xfrm>
          <a:prstGeom prst="line">
            <a:avLst/>
          </a:prstGeom>
          <a:noFill/>
          <a:ln w="25400">
            <a:solidFill>
              <a:srgbClr val="94A3B8"/>
            </a:solidFill>
            <a:prstDash val="solid"/>
          </a:ln>
        </p:spPr>
      </p:sp>
      <p:sp>
        <p:nvSpPr>
          <p:cNvPr id="8" name="Text 4"/>
          <p:cNvSpPr/>
          <p:nvPr/>
        </p:nvSpPr>
        <p:spPr>
          <a:xfrm>
            <a:off x="5989320" y="5010912"/>
            <a:ext cx="5303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Unique representative marker 4</a:t>
            </a:r>
            <a:endParaRPr lang="en-US" sz="15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6576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725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M2 representative benchmark slide 5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94360" y="932688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Repository-authored content sample 05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640080" y="1508760"/>
            <a:ext cx="2148840" cy="685800"/>
          </a:xfrm>
          <a:prstGeom prst="roundRect">
            <a:avLst/>
          </a:prstGeom>
          <a:solidFill>
            <a:srgbClr val="D1FAE5"/>
          </a:solidFill>
          <a:ln w="15875">
            <a:solidFill>
              <a:srgbClr val="64748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Section 5</a:t>
            </a:r>
            <a:endParaRPr lang="en-US" sz="20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2514600"/>
          <a:ext cx="4937760" cy="2057400"/>
        </p:xfrm>
        <a:graphic>
          <a:graphicData uri="http://schemas.openxmlformats.org/drawingml/2006/table">
            <a:tbl>
              <a:tblPr/>
              <a:tblGrid>
                <a:gridCol w="1645920"/>
                <a:gridCol w="1645920"/>
                <a:gridCol w="1645920"/>
              </a:tblGrid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Metric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Current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Target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Readability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95%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100%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Slide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50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</a:tbl>
          </a:graphicData>
        </a:graphic>
      </p:graphicFrame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5989320" y="1508760"/>
            <a:ext cx="5303520" cy="2651760"/>
          </a:xfrm>
          <a:prstGeom prst="rect">
            <a:avLst/>
          </a:prstGeom>
        </p:spPr>
      </p:pic>
      <p:sp>
        <p:nvSpPr>
          <p:cNvPr id="7" name="Shape 3"/>
          <p:cNvSpPr/>
          <p:nvPr/>
        </p:nvSpPr>
        <p:spPr>
          <a:xfrm>
            <a:off x="5989320" y="4800600"/>
            <a:ext cx="5303520" cy="0"/>
          </a:xfrm>
          <a:prstGeom prst="line">
            <a:avLst/>
          </a:prstGeom>
          <a:noFill/>
          <a:ln w="25400">
            <a:solidFill>
              <a:srgbClr val="94A3B8"/>
            </a:solidFill>
            <a:prstDash val="solid"/>
          </a:ln>
        </p:spPr>
      </p:sp>
      <p:sp>
        <p:nvSpPr>
          <p:cNvPr id="8" name="Text 4"/>
          <p:cNvSpPr/>
          <p:nvPr/>
        </p:nvSpPr>
        <p:spPr>
          <a:xfrm>
            <a:off x="5989320" y="5010912"/>
            <a:ext cx="5303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Unique representative marker 5</a:t>
            </a:r>
            <a:endParaRPr lang="en-US" sz="15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6576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725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M2 representative benchmark slide 6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94360" y="932688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Repository-authored content sample 06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640080" y="1508760"/>
            <a:ext cx="2148840" cy="685800"/>
          </a:xfrm>
          <a:prstGeom prst="roundRect">
            <a:avLst/>
          </a:prstGeom>
          <a:solidFill>
            <a:srgbClr val="DBEAFE"/>
          </a:solidFill>
          <a:ln w="15875">
            <a:solidFill>
              <a:srgbClr val="64748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Section 6</a:t>
            </a:r>
            <a:endParaRPr lang="en-US" sz="20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2514600"/>
          <a:ext cx="4937760" cy="2057400"/>
        </p:xfrm>
        <a:graphic>
          <a:graphicData uri="http://schemas.openxmlformats.org/drawingml/2006/table">
            <a:tbl>
              <a:tblPr/>
              <a:tblGrid>
                <a:gridCol w="1645920"/>
                <a:gridCol w="1645920"/>
                <a:gridCol w="1645920"/>
              </a:tblGrid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Metric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Current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Target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Readability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96%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100%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Slide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50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</a:tbl>
          </a:graphicData>
        </a:graphic>
      </p:graphicFrame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5989320" y="1508760"/>
            <a:ext cx="5303520" cy="2651760"/>
          </a:xfrm>
          <a:prstGeom prst="rect">
            <a:avLst/>
          </a:prstGeom>
        </p:spPr>
      </p:pic>
      <p:sp>
        <p:nvSpPr>
          <p:cNvPr id="7" name="Shape 3"/>
          <p:cNvSpPr/>
          <p:nvPr/>
        </p:nvSpPr>
        <p:spPr>
          <a:xfrm>
            <a:off x="5989320" y="4800600"/>
            <a:ext cx="5303520" cy="0"/>
          </a:xfrm>
          <a:prstGeom prst="line">
            <a:avLst/>
          </a:prstGeom>
          <a:noFill/>
          <a:ln w="25400">
            <a:solidFill>
              <a:srgbClr val="94A3B8"/>
            </a:solidFill>
            <a:prstDash val="solid"/>
          </a:ln>
        </p:spPr>
      </p:sp>
      <p:sp>
        <p:nvSpPr>
          <p:cNvPr id="8" name="Text 4"/>
          <p:cNvSpPr/>
          <p:nvPr/>
        </p:nvSpPr>
        <p:spPr>
          <a:xfrm>
            <a:off x="5989320" y="5010912"/>
            <a:ext cx="5303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Unique representative marker 6</a:t>
            </a:r>
            <a:endParaRPr lang="en-US" sz="15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6576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725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M2 representative benchmark slide 7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94360" y="932688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Repository-authored content sample 07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640080" y="1508760"/>
            <a:ext cx="2148840" cy="685800"/>
          </a:xfrm>
          <a:prstGeom prst="roundRect">
            <a:avLst/>
          </a:prstGeom>
          <a:solidFill>
            <a:srgbClr val="D1FAE5"/>
          </a:solidFill>
          <a:ln w="15875">
            <a:solidFill>
              <a:srgbClr val="64748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Section 7</a:t>
            </a:r>
            <a:endParaRPr lang="en-US" sz="20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2514600"/>
          <a:ext cx="4937760" cy="2057400"/>
        </p:xfrm>
        <a:graphic>
          <a:graphicData uri="http://schemas.openxmlformats.org/drawingml/2006/table">
            <a:tbl>
              <a:tblPr/>
              <a:tblGrid>
                <a:gridCol w="1645920"/>
                <a:gridCol w="1645920"/>
                <a:gridCol w="1645920"/>
              </a:tblGrid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Metric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Current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Target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Readability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97%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100%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Slide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50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</a:tbl>
          </a:graphicData>
        </a:graphic>
      </p:graphicFrame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5989320" y="1508760"/>
            <a:ext cx="5303520" cy="2651760"/>
          </a:xfrm>
          <a:prstGeom prst="rect">
            <a:avLst/>
          </a:prstGeom>
        </p:spPr>
      </p:pic>
      <p:sp>
        <p:nvSpPr>
          <p:cNvPr id="7" name="Shape 3"/>
          <p:cNvSpPr/>
          <p:nvPr/>
        </p:nvSpPr>
        <p:spPr>
          <a:xfrm>
            <a:off x="5989320" y="4800600"/>
            <a:ext cx="5303520" cy="0"/>
          </a:xfrm>
          <a:prstGeom prst="line">
            <a:avLst/>
          </a:prstGeom>
          <a:noFill/>
          <a:ln w="25400">
            <a:solidFill>
              <a:srgbClr val="94A3B8"/>
            </a:solidFill>
            <a:prstDash val="solid"/>
          </a:ln>
        </p:spPr>
      </p:sp>
      <p:sp>
        <p:nvSpPr>
          <p:cNvPr id="8" name="Text 4"/>
          <p:cNvSpPr/>
          <p:nvPr/>
        </p:nvSpPr>
        <p:spPr>
          <a:xfrm>
            <a:off x="5989320" y="5010912"/>
            <a:ext cx="5303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Unique representative marker 7</a:t>
            </a:r>
            <a:endParaRPr lang="en-US" sz="15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6576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725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M2 representative benchmark slide 8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94360" y="932688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Repository-authored content sample 08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640080" y="1508760"/>
            <a:ext cx="2148840" cy="685800"/>
          </a:xfrm>
          <a:prstGeom prst="roundRect">
            <a:avLst/>
          </a:prstGeom>
          <a:solidFill>
            <a:srgbClr val="DBEAFE"/>
          </a:solidFill>
          <a:ln w="15875">
            <a:solidFill>
              <a:srgbClr val="64748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Section 8</a:t>
            </a:r>
            <a:endParaRPr lang="en-US" sz="20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2514600"/>
          <a:ext cx="4937760" cy="2057400"/>
        </p:xfrm>
        <a:graphic>
          <a:graphicData uri="http://schemas.openxmlformats.org/drawingml/2006/table">
            <a:tbl>
              <a:tblPr/>
              <a:tblGrid>
                <a:gridCol w="1645920"/>
                <a:gridCol w="1645920"/>
                <a:gridCol w="1645920"/>
              </a:tblGrid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Metric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Current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Target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Readability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98%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100%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Slide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50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</a:tbl>
          </a:graphicData>
        </a:graphic>
      </p:graphicFrame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5989320" y="1508760"/>
            <a:ext cx="5303520" cy="2651760"/>
          </a:xfrm>
          <a:prstGeom prst="rect">
            <a:avLst/>
          </a:prstGeom>
        </p:spPr>
      </p:pic>
      <p:sp>
        <p:nvSpPr>
          <p:cNvPr id="7" name="Shape 3"/>
          <p:cNvSpPr/>
          <p:nvPr/>
        </p:nvSpPr>
        <p:spPr>
          <a:xfrm>
            <a:off x="5989320" y="4800600"/>
            <a:ext cx="5303520" cy="0"/>
          </a:xfrm>
          <a:prstGeom prst="line">
            <a:avLst/>
          </a:prstGeom>
          <a:noFill/>
          <a:ln w="25400">
            <a:solidFill>
              <a:srgbClr val="94A3B8"/>
            </a:solidFill>
            <a:prstDash val="solid"/>
          </a:ln>
        </p:spPr>
      </p:sp>
      <p:sp>
        <p:nvSpPr>
          <p:cNvPr id="8" name="Text 4"/>
          <p:cNvSpPr/>
          <p:nvPr/>
        </p:nvSpPr>
        <p:spPr>
          <a:xfrm>
            <a:off x="5989320" y="5010912"/>
            <a:ext cx="5303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Unique representative marker 8</a:t>
            </a:r>
            <a:endParaRPr lang="en-US" sz="15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6576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725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M2 representative benchmark slide 9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94360" y="932688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Repository-authored content sample 09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640080" y="1508760"/>
            <a:ext cx="2148840" cy="685800"/>
          </a:xfrm>
          <a:prstGeom prst="roundRect">
            <a:avLst/>
          </a:prstGeom>
          <a:solidFill>
            <a:srgbClr val="D1FAE5"/>
          </a:solidFill>
          <a:ln w="15875">
            <a:solidFill>
              <a:srgbClr val="64748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Section 9</a:t>
            </a:r>
            <a:endParaRPr lang="en-US" sz="20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2514600"/>
          <a:ext cx="4937760" cy="2057400"/>
        </p:xfrm>
        <a:graphic>
          <a:graphicData uri="http://schemas.openxmlformats.org/drawingml/2006/table">
            <a:tbl>
              <a:tblPr/>
              <a:tblGrid>
                <a:gridCol w="1645920"/>
                <a:gridCol w="1645920"/>
                <a:gridCol w="1645920"/>
              </a:tblGrid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Metric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Current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Target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Readability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99%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100%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Slide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50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</a:tbl>
          </a:graphicData>
        </a:graphic>
      </p:graphicFrame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5989320" y="1508760"/>
            <a:ext cx="5303520" cy="2651760"/>
          </a:xfrm>
          <a:prstGeom prst="rect">
            <a:avLst/>
          </a:prstGeom>
        </p:spPr>
      </p:pic>
      <p:sp>
        <p:nvSpPr>
          <p:cNvPr id="7" name="Shape 3"/>
          <p:cNvSpPr/>
          <p:nvPr/>
        </p:nvSpPr>
        <p:spPr>
          <a:xfrm>
            <a:off x="5989320" y="4800600"/>
            <a:ext cx="5303520" cy="0"/>
          </a:xfrm>
          <a:prstGeom prst="line">
            <a:avLst/>
          </a:prstGeom>
          <a:noFill/>
          <a:ln w="25400">
            <a:solidFill>
              <a:srgbClr val="94A3B8"/>
            </a:solidFill>
            <a:prstDash val="solid"/>
          </a:ln>
        </p:spPr>
      </p:sp>
      <p:sp>
        <p:nvSpPr>
          <p:cNvPr id="8" name="Text 4"/>
          <p:cNvSpPr/>
          <p:nvPr/>
        </p:nvSpPr>
        <p:spPr>
          <a:xfrm>
            <a:off x="5989320" y="5010912"/>
            <a:ext cx="5303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Unique representative marker 9</a:t>
            </a:r>
            <a:endParaRPr lang="en-US" sz="15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6576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725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M2 representative benchmark slide 10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94360" y="932688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Repository-authored content sample 10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640080" y="1508760"/>
            <a:ext cx="2148840" cy="685800"/>
          </a:xfrm>
          <a:prstGeom prst="roundRect">
            <a:avLst/>
          </a:prstGeom>
          <a:solidFill>
            <a:srgbClr val="DBEAFE"/>
          </a:solidFill>
          <a:ln w="15875">
            <a:solidFill>
              <a:srgbClr val="64748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Section 10</a:t>
            </a:r>
            <a:endParaRPr lang="en-US" sz="20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2514600"/>
          <a:ext cx="4937760" cy="2057400"/>
        </p:xfrm>
        <a:graphic>
          <a:graphicData uri="http://schemas.openxmlformats.org/drawingml/2006/table">
            <a:tbl>
              <a:tblPr/>
              <a:tblGrid>
                <a:gridCol w="1645920"/>
                <a:gridCol w="1645920"/>
                <a:gridCol w="1645920"/>
              </a:tblGrid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Metric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Current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Target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Readability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90%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100%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Slide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50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</a:tbl>
          </a:graphicData>
        </a:graphic>
      </p:graphicFrame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5989320" y="1508760"/>
            <a:ext cx="5303520" cy="2651760"/>
          </a:xfrm>
          <a:prstGeom prst="rect">
            <a:avLst/>
          </a:prstGeom>
        </p:spPr>
      </p:pic>
      <p:sp>
        <p:nvSpPr>
          <p:cNvPr id="7" name="Shape 3"/>
          <p:cNvSpPr/>
          <p:nvPr/>
        </p:nvSpPr>
        <p:spPr>
          <a:xfrm>
            <a:off x="5989320" y="4800600"/>
            <a:ext cx="5303520" cy="0"/>
          </a:xfrm>
          <a:prstGeom prst="line">
            <a:avLst/>
          </a:prstGeom>
          <a:noFill/>
          <a:ln w="25400">
            <a:solidFill>
              <a:srgbClr val="94A3B8"/>
            </a:solidFill>
            <a:prstDash val="solid"/>
          </a:ln>
        </p:spPr>
      </p:sp>
      <p:sp>
        <p:nvSpPr>
          <p:cNvPr id="8" name="Text 4"/>
          <p:cNvSpPr/>
          <p:nvPr/>
        </p:nvSpPr>
        <p:spPr>
          <a:xfrm>
            <a:off x="5989320" y="5010912"/>
            <a:ext cx="5303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Unique representative marker 10</a:t>
            </a:r>
            <a:endParaRPr lang="en-US" sz="15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6576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725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M2 representative benchmark slide 11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94360" y="932688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Repository-authored content sample 11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640080" y="1508760"/>
            <a:ext cx="2148840" cy="685800"/>
          </a:xfrm>
          <a:prstGeom prst="roundRect">
            <a:avLst/>
          </a:prstGeom>
          <a:solidFill>
            <a:srgbClr val="D1FAE5"/>
          </a:solidFill>
          <a:ln w="15875">
            <a:solidFill>
              <a:srgbClr val="64748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Section 11</a:t>
            </a:r>
            <a:endParaRPr lang="en-US" sz="200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2514600"/>
          <a:ext cx="4937760" cy="2057400"/>
        </p:xfrm>
        <a:graphic>
          <a:graphicData uri="http://schemas.openxmlformats.org/drawingml/2006/table">
            <a:tbl>
              <a:tblPr/>
              <a:tblGrid>
                <a:gridCol w="1645920"/>
                <a:gridCol w="1645920"/>
                <a:gridCol w="1645920"/>
              </a:tblGrid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Metric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Current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Target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Readability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91%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100%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Slide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11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50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</a:tbl>
          </a:graphicData>
        </a:graphic>
      </p:graphicFrame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5989320" y="1508760"/>
            <a:ext cx="5303520" cy="2651760"/>
          </a:xfrm>
          <a:prstGeom prst="rect">
            <a:avLst/>
          </a:prstGeom>
        </p:spPr>
      </p:pic>
      <p:sp>
        <p:nvSpPr>
          <p:cNvPr id="7" name="Shape 3"/>
          <p:cNvSpPr/>
          <p:nvPr/>
        </p:nvSpPr>
        <p:spPr>
          <a:xfrm>
            <a:off x="5989320" y="4800600"/>
            <a:ext cx="5303520" cy="0"/>
          </a:xfrm>
          <a:prstGeom prst="line">
            <a:avLst/>
          </a:prstGeom>
          <a:noFill/>
          <a:ln w="25400">
            <a:solidFill>
              <a:srgbClr val="94A3B8"/>
            </a:solidFill>
            <a:prstDash val="solid"/>
          </a:ln>
        </p:spPr>
      </p:sp>
      <p:sp>
        <p:nvSpPr>
          <p:cNvPr id="8" name="Text 4"/>
          <p:cNvSpPr/>
          <p:nvPr/>
        </p:nvSpPr>
        <p:spPr>
          <a:xfrm>
            <a:off x="5989320" y="5010912"/>
            <a:ext cx="5303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Unique representative marker 11</a:t>
            </a:r>
            <a:endParaRPr lang="en-US" sz="15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6576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725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M2 representative benchmark slide 12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94360" y="932688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Repository-authored content sample 12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640080" y="1508760"/>
            <a:ext cx="2148840" cy="685800"/>
          </a:xfrm>
          <a:prstGeom prst="roundRect">
            <a:avLst/>
          </a:prstGeom>
          <a:solidFill>
            <a:srgbClr val="DBEAFE"/>
          </a:solidFill>
          <a:ln w="15875">
            <a:solidFill>
              <a:srgbClr val="64748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Section 12</a:t>
            </a:r>
            <a:endParaRPr lang="en-US" sz="200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2514600"/>
          <a:ext cx="4937760" cy="2057400"/>
        </p:xfrm>
        <a:graphic>
          <a:graphicData uri="http://schemas.openxmlformats.org/drawingml/2006/table">
            <a:tbl>
              <a:tblPr/>
              <a:tblGrid>
                <a:gridCol w="1645920"/>
                <a:gridCol w="1645920"/>
                <a:gridCol w="1645920"/>
              </a:tblGrid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Metric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Current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Target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Readability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92%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100%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Slide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12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50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</a:tbl>
          </a:graphicData>
        </a:graphic>
      </p:graphicFrame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5989320" y="1508760"/>
            <a:ext cx="5303520" cy="2651760"/>
          </a:xfrm>
          <a:prstGeom prst="rect">
            <a:avLst/>
          </a:prstGeom>
        </p:spPr>
      </p:pic>
      <p:sp>
        <p:nvSpPr>
          <p:cNvPr id="7" name="Shape 3"/>
          <p:cNvSpPr/>
          <p:nvPr/>
        </p:nvSpPr>
        <p:spPr>
          <a:xfrm>
            <a:off x="5989320" y="4800600"/>
            <a:ext cx="5303520" cy="0"/>
          </a:xfrm>
          <a:prstGeom prst="line">
            <a:avLst/>
          </a:prstGeom>
          <a:noFill/>
          <a:ln w="25400">
            <a:solidFill>
              <a:srgbClr val="94A3B8"/>
            </a:solidFill>
            <a:prstDash val="solid"/>
          </a:ln>
        </p:spPr>
      </p:sp>
      <p:sp>
        <p:nvSpPr>
          <p:cNvPr id="8" name="Text 4"/>
          <p:cNvSpPr/>
          <p:nvPr/>
        </p:nvSpPr>
        <p:spPr>
          <a:xfrm>
            <a:off x="5989320" y="5010912"/>
            <a:ext cx="5303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Unique representative marker 12</a:t>
            </a:r>
            <a:endParaRPr lang="en-US" sz="15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6576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725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M2 representative benchmark slide 13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94360" y="932688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Repository-authored content sample 13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640080" y="1508760"/>
            <a:ext cx="2148840" cy="685800"/>
          </a:xfrm>
          <a:prstGeom prst="roundRect">
            <a:avLst/>
          </a:prstGeom>
          <a:solidFill>
            <a:srgbClr val="D1FAE5"/>
          </a:solidFill>
          <a:ln w="15875">
            <a:solidFill>
              <a:srgbClr val="64748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Section 13</a:t>
            </a:r>
            <a:endParaRPr lang="en-US" sz="2000" dirty="0"/>
          </a:p>
        </p:txBody>
      </p:sp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2514600"/>
          <a:ext cx="4937760" cy="2057400"/>
        </p:xfrm>
        <a:graphic>
          <a:graphicData uri="http://schemas.openxmlformats.org/drawingml/2006/table">
            <a:tbl>
              <a:tblPr/>
              <a:tblGrid>
                <a:gridCol w="1645920"/>
                <a:gridCol w="1645920"/>
                <a:gridCol w="1645920"/>
              </a:tblGrid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Metric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Current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Target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Readability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93%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100%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Slide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13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50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</a:tbl>
          </a:graphicData>
        </a:graphic>
      </p:graphicFrame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5989320" y="1508760"/>
            <a:ext cx="5303520" cy="2651760"/>
          </a:xfrm>
          <a:prstGeom prst="rect">
            <a:avLst/>
          </a:prstGeom>
        </p:spPr>
      </p:pic>
      <p:sp>
        <p:nvSpPr>
          <p:cNvPr id="7" name="Shape 3"/>
          <p:cNvSpPr/>
          <p:nvPr/>
        </p:nvSpPr>
        <p:spPr>
          <a:xfrm>
            <a:off x="5989320" y="4800600"/>
            <a:ext cx="5303520" cy="0"/>
          </a:xfrm>
          <a:prstGeom prst="line">
            <a:avLst/>
          </a:prstGeom>
          <a:noFill/>
          <a:ln w="25400">
            <a:solidFill>
              <a:srgbClr val="94A3B8"/>
            </a:solidFill>
            <a:prstDash val="solid"/>
          </a:ln>
        </p:spPr>
      </p:sp>
      <p:sp>
        <p:nvSpPr>
          <p:cNvPr id="8" name="Text 4"/>
          <p:cNvSpPr/>
          <p:nvPr/>
        </p:nvSpPr>
        <p:spPr>
          <a:xfrm>
            <a:off x="5989320" y="5010912"/>
            <a:ext cx="5303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Unique representative marker 13</a:t>
            </a:r>
            <a:endParaRPr lang="en-US" sz="15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6576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725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M2 representative benchmark slide 14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94360" y="932688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Repository-authored content sample 14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640080" y="1508760"/>
            <a:ext cx="2148840" cy="685800"/>
          </a:xfrm>
          <a:prstGeom prst="roundRect">
            <a:avLst/>
          </a:prstGeom>
          <a:solidFill>
            <a:srgbClr val="DBEAFE"/>
          </a:solidFill>
          <a:ln w="15875">
            <a:solidFill>
              <a:srgbClr val="64748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Section 14</a:t>
            </a:r>
            <a:endParaRPr lang="en-US" sz="2000" dirty="0"/>
          </a:p>
        </p:txBody>
      </p:sp>
      <p:graphicFrame>
        <p:nvGraphicFramePr>
          <p:cNvPr id="1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2514600"/>
          <a:ext cx="4937760" cy="2057400"/>
        </p:xfrm>
        <a:graphic>
          <a:graphicData uri="http://schemas.openxmlformats.org/drawingml/2006/table">
            <a:tbl>
              <a:tblPr/>
              <a:tblGrid>
                <a:gridCol w="1645920"/>
                <a:gridCol w="1645920"/>
                <a:gridCol w="1645920"/>
              </a:tblGrid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Metric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Current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Target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Readability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94%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100%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Slide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14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50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</a:tbl>
          </a:graphicData>
        </a:graphic>
      </p:graphicFrame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5989320" y="1508760"/>
            <a:ext cx="5303520" cy="2651760"/>
          </a:xfrm>
          <a:prstGeom prst="rect">
            <a:avLst/>
          </a:prstGeom>
        </p:spPr>
      </p:pic>
      <p:sp>
        <p:nvSpPr>
          <p:cNvPr id="7" name="Shape 3"/>
          <p:cNvSpPr/>
          <p:nvPr/>
        </p:nvSpPr>
        <p:spPr>
          <a:xfrm>
            <a:off x="5989320" y="4800600"/>
            <a:ext cx="5303520" cy="0"/>
          </a:xfrm>
          <a:prstGeom prst="line">
            <a:avLst/>
          </a:prstGeom>
          <a:noFill/>
          <a:ln w="25400">
            <a:solidFill>
              <a:srgbClr val="94A3B8"/>
            </a:solidFill>
            <a:prstDash val="solid"/>
          </a:ln>
        </p:spPr>
      </p:sp>
      <p:sp>
        <p:nvSpPr>
          <p:cNvPr id="8" name="Text 4"/>
          <p:cNvSpPr/>
          <p:nvPr/>
        </p:nvSpPr>
        <p:spPr>
          <a:xfrm>
            <a:off x="5989320" y="5010912"/>
            <a:ext cx="5303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Unique representative marker 14</a:t>
            </a:r>
            <a:endParaRPr lang="en-US" sz="15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6576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725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M2 representative benchmark slide 15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94360" y="932688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Repository-authored content sample 15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640080" y="1508760"/>
            <a:ext cx="2148840" cy="685800"/>
          </a:xfrm>
          <a:prstGeom prst="roundRect">
            <a:avLst/>
          </a:prstGeom>
          <a:solidFill>
            <a:srgbClr val="D1FAE5"/>
          </a:solidFill>
          <a:ln w="15875">
            <a:solidFill>
              <a:srgbClr val="64748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Section 15</a:t>
            </a:r>
            <a:endParaRPr lang="en-US" sz="2000" dirty="0"/>
          </a:p>
        </p:txBody>
      </p:sp>
      <p:graphicFrame>
        <p:nvGraphicFramePr>
          <p:cNvPr id="1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2514600"/>
          <a:ext cx="4937760" cy="2057400"/>
        </p:xfrm>
        <a:graphic>
          <a:graphicData uri="http://schemas.openxmlformats.org/drawingml/2006/table">
            <a:tbl>
              <a:tblPr/>
              <a:tblGrid>
                <a:gridCol w="1645920"/>
                <a:gridCol w="1645920"/>
                <a:gridCol w="1645920"/>
              </a:tblGrid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Metric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Current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Target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Readability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95%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100%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Slide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15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50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</a:tbl>
          </a:graphicData>
        </a:graphic>
      </p:graphicFrame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5989320" y="1508760"/>
            <a:ext cx="5303520" cy="2651760"/>
          </a:xfrm>
          <a:prstGeom prst="rect">
            <a:avLst/>
          </a:prstGeom>
        </p:spPr>
      </p:pic>
      <p:sp>
        <p:nvSpPr>
          <p:cNvPr id="7" name="Shape 3"/>
          <p:cNvSpPr/>
          <p:nvPr/>
        </p:nvSpPr>
        <p:spPr>
          <a:xfrm>
            <a:off x="5989320" y="4800600"/>
            <a:ext cx="5303520" cy="0"/>
          </a:xfrm>
          <a:prstGeom prst="line">
            <a:avLst/>
          </a:prstGeom>
          <a:noFill/>
          <a:ln w="25400">
            <a:solidFill>
              <a:srgbClr val="94A3B8"/>
            </a:solidFill>
            <a:prstDash val="solid"/>
          </a:ln>
        </p:spPr>
      </p:sp>
      <p:sp>
        <p:nvSpPr>
          <p:cNvPr id="8" name="Text 4"/>
          <p:cNvSpPr/>
          <p:nvPr/>
        </p:nvSpPr>
        <p:spPr>
          <a:xfrm>
            <a:off x="5989320" y="5010912"/>
            <a:ext cx="5303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Unique representative marker 15</a:t>
            </a:r>
            <a:endParaRPr lang="en-US" sz="15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6576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725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M2 representative benchmark slide 16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94360" y="932688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Repository-authored content sample 16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640080" y="1508760"/>
            <a:ext cx="2148840" cy="685800"/>
          </a:xfrm>
          <a:prstGeom prst="roundRect">
            <a:avLst/>
          </a:prstGeom>
          <a:solidFill>
            <a:srgbClr val="DBEAFE"/>
          </a:solidFill>
          <a:ln w="15875">
            <a:solidFill>
              <a:srgbClr val="64748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Section 16</a:t>
            </a:r>
            <a:endParaRPr lang="en-US" sz="2000" dirty="0"/>
          </a:p>
        </p:txBody>
      </p:sp>
      <p:graphicFrame>
        <p:nvGraphicFramePr>
          <p:cNvPr id="1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2514600"/>
          <a:ext cx="4937760" cy="2057400"/>
        </p:xfrm>
        <a:graphic>
          <a:graphicData uri="http://schemas.openxmlformats.org/drawingml/2006/table">
            <a:tbl>
              <a:tblPr/>
              <a:tblGrid>
                <a:gridCol w="1645920"/>
                <a:gridCol w="1645920"/>
                <a:gridCol w="1645920"/>
              </a:tblGrid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Metric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Current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Target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Readability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96%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100%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Slide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16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50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</a:tbl>
          </a:graphicData>
        </a:graphic>
      </p:graphicFrame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5989320" y="1508760"/>
            <a:ext cx="5303520" cy="2651760"/>
          </a:xfrm>
          <a:prstGeom prst="rect">
            <a:avLst/>
          </a:prstGeom>
        </p:spPr>
      </p:pic>
      <p:sp>
        <p:nvSpPr>
          <p:cNvPr id="7" name="Shape 3"/>
          <p:cNvSpPr/>
          <p:nvPr/>
        </p:nvSpPr>
        <p:spPr>
          <a:xfrm>
            <a:off x="5989320" y="4800600"/>
            <a:ext cx="5303520" cy="0"/>
          </a:xfrm>
          <a:prstGeom prst="line">
            <a:avLst/>
          </a:prstGeom>
          <a:noFill/>
          <a:ln w="25400">
            <a:solidFill>
              <a:srgbClr val="94A3B8"/>
            </a:solidFill>
            <a:prstDash val="solid"/>
          </a:ln>
        </p:spPr>
      </p:sp>
      <p:sp>
        <p:nvSpPr>
          <p:cNvPr id="8" name="Text 4"/>
          <p:cNvSpPr/>
          <p:nvPr/>
        </p:nvSpPr>
        <p:spPr>
          <a:xfrm>
            <a:off x="5989320" y="5010912"/>
            <a:ext cx="5303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Unique representative marker 16</a:t>
            </a:r>
            <a:endParaRPr lang="en-US" sz="15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6576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725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M2 representative benchmark slide 17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94360" y="932688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Repository-authored content sample 17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640080" y="1508760"/>
            <a:ext cx="2148840" cy="685800"/>
          </a:xfrm>
          <a:prstGeom prst="roundRect">
            <a:avLst/>
          </a:prstGeom>
          <a:solidFill>
            <a:srgbClr val="D1FAE5"/>
          </a:solidFill>
          <a:ln w="15875">
            <a:solidFill>
              <a:srgbClr val="64748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Section 17</a:t>
            </a:r>
            <a:endParaRPr lang="en-US" sz="2000" dirty="0"/>
          </a:p>
        </p:txBody>
      </p:sp>
      <p:graphicFrame>
        <p:nvGraphicFramePr>
          <p:cNvPr id="1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2514600"/>
          <a:ext cx="4937760" cy="2057400"/>
        </p:xfrm>
        <a:graphic>
          <a:graphicData uri="http://schemas.openxmlformats.org/drawingml/2006/table">
            <a:tbl>
              <a:tblPr/>
              <a:tblGrid>
                <a:gridCol w="1645920"/>
                <a:gridCol w="1645920"/>
                <a:gridCol w="1645920"/>
              </a:tblGrid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Metric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Current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Target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Readability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97%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100%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Slide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17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50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</a:tbl>
          </a:graphicData>
        </a:graphic>
      </p:graphicFrame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5989320" y="1508760"/>
            <a:ext cx="5303520" cy="2651760"/>
          </a:xfrm>
          <a:prstGeom prst="rect">
            <a:avLst/>
          </a:prstGeom>
        </p:spPr>
      </p:pic>
      <p:sp>
        <p:nvSpPr>
          <p:cNvPr id="7" name="Shape 3"/>
          <p:cNvSpPr/>
          <p:nvPr/>
        </p:nvSpPr>
        <p:spPr>
          <a:xfrm>
            <a:off x="5989320" y="4800600"/>
            <a:ext cx="5303520" cy="0"/>
          </a:xfrm>
          <a:prstGeom prst="line">
            <a:avLst/>
          </a:prstGeom>
          <a:noFill/>
          <a:ln w="25400">
            <a:solidFill>
              <a:srgbClr val="94A3B8"/>
            </a:solidFill>
            <a:prstDash val="solid"/>
          </a:ln>
        </p:spPr>
      </p:sp>
      <p:sp>
        <p:nvSpPr>
          <p:cNvPr id="8" name="Text 4"/>
          <p:cNvSpPr/>
          <p:nvPr/>
        </p:nvSpPr>
        <p:spPr>
          <a:xfrm>
            <a:off x="5989320" y="5010912"/>
            <a:ext cx="5303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Unique representative marker 17</a:t>
            </a:r>
            <a:endParaRPr lang="en-US" sz="15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6576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725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M2 representative benchmark slide 18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94360" y="932688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Repository-authored content sample 18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640080" y="1508760"/>
            <a:ext cx="2148840" cy="685800"/>
          </a:xfrm>
          <a:prstGeom prst="roundRect">
            <a:avLst/>
          </a:prstGeom>
          <a:solidFill>
            <a:srgbClr val="DBEAFE"/>
          </a:solidFill>
          <a:ln w="15875">
            <a:solidFill>
              <a:srgbClr val="64748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Section 18</a:t>
            </a:r>
            <a:endParaRPr lang="en-US" sz="2000" dirty="0"/>
          </a:p>
        </p:txBody>
      </p:sp>
      <p:graphicFrame>
        <p:nvGraphicFramePr>
          <p:cNvPr id="1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2514600"/>
          <a:ext cx="4937760" cy="2057400"/>
        </p:xfrm>
        <a:graphic>
          <a:graphicData uri="http://schemas.openxmlformats.org/drawingml/2006/table">
            <a:tbl>
              <a:tblPr/>
              <a:tblGrid>
                <a:gridCol w="1645920"/>
                <a:gridCol w="1645920"/>
                <a:gridCol w="1645920"/>
              </a:tblGrid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Metric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Current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Target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Readability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98%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100%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Slide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18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50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</a:tbl>
          </a:graphicData>
        </a:graphic>
      </p:graphicFrame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5989320" y="1508760"/>
            <a:ext cx="5303520" cy="2651760"/>
          </a:xfrm>
          <a:prstGeom prst="rect">
            <a:avLst/>
          </a:prstGeom>
        </p:spPr>
      </p:pic>
      <p:sp>
        <p:nvSpPr>
          <p:cNvPr id="7" name="Shape 3"/>
          <p:cNvSpPr/>
          <p:nvPr/>
        </p:nvSpPr>
        <p:spPr>
          <a:xfrm>
            <a:off x="5989320" y="4800600"/>
            <a:ext cx="5303520" cy="0"/>
          </a:xfrm>
          <a:prstGeom prst="line">
            <a:avLst/>
          </a:prstGeom>
          <a:noFill/>
          <a:ln w="25400">
            <a:solidFill>
              <a:srgbClr val="94A3B8"/>
            </a:solidFill>
            <a:prstDash val="solid"/>
          </a:ln>
        </p:spPr>
      </p:sp>
      <p:sp>
        <p:nvSpPr>
          <p:cNvPr id="8" name="Text 4"/>
          <p:cNvSpPr/>
          <p:nvPr/>
        </p:nvSpPr>
        <p:spPr>
          <a:xfrm>
            <a:off x="5989320" y="5010912"/>
            <a:ext cx="5303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Unique representative marker 18</a:t>
            </a:r>
            <a:endParaRPr lang="en-US" sz="15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6576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725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M2 representative benchmark slide 19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94360" y="932688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Repository-authored content sample 19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640080" y="1508760"/>
            <a:ext cx="2148840" cy="685800"/>
          </a:xfrm>
          <a:prstGeom prst="roundRect">
            <a:avLst/>
          </a:prstGeom>
          <a:solidFill>
            <a:srgbClr val="D1FAE5"/>
          </a:solidFill>
          <a:ln w="15875">
            <a:solidFill>
              <a:srgbClr val="64748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Section 19</a:t>
            </a:r>
            <a:endParaRPr lang="en-US" sz="2000" dirty="0"/>
          </a:p>
        </p:txBody>
      </p:sp>
      <p:graphicFrame>
        <p:nvGraphicFramePr>
          <p:cNvPr id="2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2514600"/>
          <a:ext cx="4937760" cy="2057400"/>
        </p:xfrm>
        <a:graphic>
          <a:graphicData uri="http://schemas.openxmlformats.org/drawingml/2006/table">
            <a:tbl>
              <a:tblPr/>
              <a:tblGrid>
                <a:gridCol w="1645920"/>
                <a:gridCol w="1645920"/>
                <a:gridCol w="1645920"/>
              </a:tblGrid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Metric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Current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Target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Readability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99%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100%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Slide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19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50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</a:tbl>
          </a:graphicData>
        </a:graphic>
      </p:graphicFrame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5989320" y="1508760"/>
            <a:ext cx="5303520" cy="2651760"/>
          </a:xfrm>
          <a:prstGeom prst="rect">
            <a:avLst/>
          </a:prstGeom>
        </p:spPr>
      </p:pic>
      <p:sp>
        <p:nvSpPr>
          <p:cNvPr id="7" name="Shape 3"/>
          <p:cNvSpPr/>
          <p:nvPr/>
        </p:nvSpPr>
        <p:spPr>
          <a:xfrm>
            <a:off x="5989320" y="4800600"/>
            <a:ext cx="5303520" cy="0"/>
          </a:xfrm>
          <a:prstGeom prst="line">
            <a:avLst/>
          </a:prstGeom>
          <a:noFill/>
          <a:ln w="25400">
            <a:solidFill>
              <a:srgbClr val="94A3B8"/>
            </a:solidFill>
            <a:prstDash val="solid"/>
          </a:ln>
        </p:spPr>
      </p:sp>
      <p:sp>
        <p:nvSpPr>
          <p:cNvPr id="8" name="Text 4"/>
          <p:cNvSpPr/>
          <p:nvPr/>
        </p:nvSpPr>
        <p:spPr>
          <a:xfrm>
            <a:off x="5989320" y="5010912"/>
            <a:ext cx="5303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Unique representative marker 19</a:t>
            </a:r>
            <a:endParaRPr lang="en-US" sz="15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6576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725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M2 representative benchmark slide 20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94360" y="932688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Repository-authored content sample 20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640080" y="1508760"/>
            <a:ext cx="2148840" cy="685800"/>
          </a:xfrm>
          <a:prstGeom prst="roundRect">
            <a:avLst/>
          </a:prstGeom>
          <a:solidFill>
            <a:srgbClr val="DBEAFE"/>
          </a:solidFill>
          <a:ln w="15875">
            <a:solidFill>
              <a:srgbClr val="64748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Section 20</a:t>
            </a:r>
            <a:endParaRPr lang="en-US" sz="2000" dirty="0"/>
          </a:p>
        </p:txBody>
      </p:sp>
      <p:graphicFrame>
        <p:nvGraphicFramePr>
          <p:cNvPr id="2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2514600"/>
          <a:ext cx="4937760" cy="2057400"/>
        </p:xfrm>
        <a:graphic>
          <a:graphicData uri="http://schemas.openxmlformats.org/drawingml/2006/table">
            <a:tbl>
              <a:tblPr/>
              <a:tblGrid>
                <a:gridCol w="1645920"/>
                <a:gridCol w="1645920"/>
                <a:gridCol w="1645920"/>
              </a:tblGrid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Metric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Current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Target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Readability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90%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100%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Slide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50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</a:tbl>
          </a:graphicData>
        </a:graphic>
      </p:graphicFrame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5989320" y="1508760"/>
            <a:ext cx="5303520" cy="2651760"/>
          </a:xfrm>
          <a:prstGeom prst="rect">
            <a:avLst/>
          </a:prstGeom>
        </p:spPr>
      </p:pic>
      <p:sp>
        <p:nvSpPr>
          <p:cNvPr id="7" name="Shape 3"/>
          <p:cNvSpPr/>
          <p:nvPr/>
        </p:nvSpPr>
        <p:spPr>
          <a:xfrm>
            <a:off x="5989320" y="4800600"/>
            <a:ext cx="5303520" cy="0"/>
          </a:xfrm>
          <a:prstGeom prst="line">
            <a:avLst/>
          </a:prstGeom>
          <a:noFill/>
          <a:ln w="25400">
            <a:solidFill>
              <a:srgbClr val="94A3B8"/>
            </a:solidFill>
            <a:prstDash val="solid"/>
          </a:ln>
        </p:spPr>
      </p:sp>
      <p:sp>
        <p:nvSpPr>
          <p:cNvPr id="8" name="Text 4"/>
          <p:cNvSpPr/>
          <p:nvPr/>
        </p:nvSpPr>
        <p:spPr>
          <a:xfrm>
            <a:off x="5989320" y="5010912"/>
            <a:ext cx="5303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Unique representative marker 20</a:t>
            </a:r>
            <a:endParaRPr lang="en-US" sz="15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6576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725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M2 representative benchmark slide 21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94360" y="932688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Repository-authored content sample 21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640080" y="1508760"/>
            <a:ext cx="2148840" cy="685800"/>
          </a:xfrm>
          <a:prstGeom prst="roundRect">
            <a:avLst/>
          </a:prstGeom>
          <a:solidFill>
            <a:srgbClr val="D1FAE5"/>
          </a:solidFill>
          <a:ln w="15875">
            <a:solidFill>
              <a:srgbClr val="64748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Section 21</a:t>
            </a:r>
            <a:endParaRPr lang="en-US" sz="2000" dirty="0"/>
          </a:p>
        </p:txBody>
      </p:sp>
      <p:graphicFrame>
        <p:nvGraphicFramePr>
          <p:cNvPr id="2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2514600"/>
          <a:ext cx="4937760" cy="2057400"/>
        </p:xfrm>
        <a:graphic>
          <a:graphicData uri="http://schemas.openxmlformats.org/drawingml/2006/table">
            <a:tbl>
              <a:tblPr/>
              <a:tblGrid>
                <a:gridCol w="1645920"/>
                <a:gridCol w="1645920"/>
                <a:gridCol w="1645920"/>
              </a:tblGrid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Metric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Current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Target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Readability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91%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100%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Slide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21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50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</a:tbl>
          </a:graphicData>
        </a:graphic>
      </p:graphicFrame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5989320" y="1508760"/>
            <a:ext cx="5303520" cy="2651760"/>
          </a:xfrm>
          <a:prstGeom prst="rect">
            <a:avLst/>
          </a:prstGeom>
        </p:spPr>
      </p:pic>
      <p:sp>
        <p:nvSpPr>
          <p:cNvPr id="7" name="Shape 3"/>
          <p:cNvSpPr/>
          <p:nvPr/>
        </p:nvSpPr>
        <p:spPr>
          <a:xfrm>
            <a:off x="5989320" y="4800600"/>
            <a:ext cx="5303520" cy="0"/>
          </a:xfrm>
          <a:prstGeom prst="line">
            <a:avLst/>
          </a:prstGeom>
          <a:noFill/>
          <a:ln w="25400">
            <a:solidFill>
              <a:srgbClr val="94A3B8"/>
            </a:solidFill>
            <a:prstDash val="solid"/>
          </a:ln>
        </p:spPr>
      </p:sp>
      <p:sp>
        <p:nvSpPr>
          <p:cNvPr id="8" name="Text 4"/>
          <p:cNvSpPr/>
          <p:nvPr/>
        </p:nvSpPr>
        <p:spPr>
          <a:xfrm>
            <a:off x="5989320" y="5010912"/>
            <a:ext cx="5303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Unique representative marker 21</a:t>
            </a:r>
            <a:endParaRPr lang="en-US" sz="15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6576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725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M2 representative benchmark slide 22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94360" y="932688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Repository-authored content sample 22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640080" y="1508760"/>
            <a:ext cx="2148840" cy="685800"/>
          </a:xfrm>
          <a:prstGeom prst="roundRect">
            <a:avLst/>
          </a:prstGeom>
          <a:solidFill>
            <a:srgbClr val="DBEAFE"/>
          </a:solidFill>
          <a:ln w="15875">
            <a:solidFill>
              <a:srgbClr val="64748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Section 22</a:t>
            </a:r>
            <a:endParaRPr lang="en-US" sz="2000" dirty="0"/>
          </a:p>
        </p:txBody>
      </p:sp>
      <p:graphicFrame>
        <p:nvGraphicFramePr>
          <p:cNvPr id="2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2514600"/>
          <a:ext cx="4937760" cy="2057400"/>
        </p:xfrm>
        <a:graphic>
          <a:graphicData uri="http://schemas.openxmlformats.org/drawingml/2006/table">
            <a:tbl>
              <a:tblPr/>
              <a:tblGrid>
                <a:gridCol w="1645920"/>
                <a:gridCol w="1645920"/>
                <a:gridCol w="1645920"/>
              </a:tblGrid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Metric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Current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Target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Readability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92%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100%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Slide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22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50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</a:tbl>
          </a:graphicData>
        </a:graphic>
      </p:graphicFrame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5989320" y="1508760"/>
            <a:ext cx="5303520" cy="2651760"/>
          </a:xfrm>
          <a:prstGeom prst="rect">
            <a:avLst/>
          </a:prstGeom>
        </p:spPr>
      </p:pic>
      <p:sp>
        <p:nvSpPr>
          <p:cNvPr id="7" name="Shape 3"/>
          <p:cNvSpPr/>
          <p:nvPr/>
        </p:nvSpPr>
        <p:spPr>
          <a:xfrm>
            <a:off x="5989320" y="4800600"/>
            <a:ext cx="5303520" cy="0"/>
          </a:xfrm>
          <a:prstGeom prst="line">
            <a:avLst/>
          </a:prstGeom>
          <a:noFill/>
          <a:ln w="25400">
            <a:solidFill>
              <a:srgbClr val="94A3B8"/>
            </a:solidFill>
            <a:prstDash val="solid"/>
          </a:ln>
        </p:spPr>
      </p:sp>
      <p:sp>
        <p:nvSpPr>
          <p:cNvPr id="8" name="Text 4"/>
          <p:cNvSpPr/>
          <p:nvPr/>
        </p:nvSpPr>
        <p:spPr>
          <a:xfrm>
            <a:off x="5989320" y="5010912"/>
            <a:ext cx="5303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Unique representative marker 22</a:t>
            </a:r>
            <a:endParaRPr lang="en-US" sz="15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6576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725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M2 representative benchmark slide 23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94360" y="932688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Repository-authored content sample 23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640080" y="1508760"/>
            <a:ext cx="2148840" cy="685800"/>
          </a:xfrm>
          <a:prstGeom prst="roundRect">
            <a:avLst/>
          </a:prstGeom>
          <a:solidFill>
            <a:srgbClr val="D1FAE5"/>
          </a:solidFill>
          <a:ln w="15875">
            <a:solidFill>
              <a:srgbClr val="64748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Section 23</a:t>
            </a:r>
            <a:endParaRPr lang="en-US" sz="2000" dirty="0"/>
          </a:p>
        </p:txBody>
      </p:sp>
      <p:graphicFrame>
        <p:nvGraphicFramePr>
          <p:cNvPr id="2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2514600"/>
          <a:ext cx="4937760" cy="2057400"/>
        </p:xfrm>
        <a:graphic>
          <a:graphicData uri="http://schemas.openxmlformats.org/drawingml/2006/table">
            <a:tbl>
              <a:tblPr/>
              <a:tblGrid>
                <a:gridCol w="1645920"/>
                <a:gridCol w="1645920"/>
                <a:gridCol w="1645920"/>
              </a:tblGrid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Metric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Current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Target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Readability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93%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100%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Slide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23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50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</a:tbl>
          </a:graphicData>
        </a:graphic>
      </p:graphicFrame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5989320" y="1508760"/>
            <a:ext cx="5303520" cy="2651760"/>
          </a:xfrm>
          <a:prstGeom prst="rect">
            <a:avLst/>
          </a:prstGeom>
        </p:spPr>
      </p:pic>
      <p:sp>
        <p:nvSpPr>
          <p:cNvPr id="7" name="Shape 3"/>
          <p:cNvSpPr/>
          <p:nvPr/>
        </p:nvSpPr>
        <p:spPr>
          <a:xfrm>
            <a:off x="5989320" y="4800600"/>
            <a:ext cx="5303520" cy="0"/>
          </a:xfrm>
          <a:prstGeom prst="line">
            <a:avLst/>
          </a:prstGeom>
          <a:noFill/>
          <a:ln w="25400">
            <a:solidFill>
              <a:srgbClr val="94A3B8"/>
            </a:solidFill>
            <a:prstDash val="solid"/>
          </a:ln>
        </p:spPr>
      </p:sp>
      <p:sp>
        <p:nvSpPr>
          <p:cNvPr id="8" name="Text 4"/>
          <p:cNvSpPr/>
          <p:nvPr/>
        </p:nvSpPr>
        <p:spPr>
          <a:xfrm>
            <a:off x="5989320" y="5010912"/>
            <a:ext cx="5303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Unique representative marker 23</a:t>
            </a:r>
            <a:endParaRPr lang="en-US" sz="15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6576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725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M2 representative benchmark slide 24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94360" y="932688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Repository-authored content sample 24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640080" y="1508760"/>
            <a:ext cx="2148840" cy="685800"/>
          </a:xfrm>
          <a:prstGeom prst="roundRect">
            <a:avLst/>
          </a:prstGeom>
          <a:solidFill>
            <a:srgbClr val="DBEAFE"/>
          </a:solidFill>
          <a:ln w="15875">
            <a:solidFill>
              <a:srgbClr val="64748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Section 24</a:t>
            </a:r>
            <a:endParaRPr lang="en-US" sz="2000" dirty="0"/>
          </a:p>
        </p:txBody>
      </p:sp>
      <p:graphicFrame>
        <p:nvGraphicFramePr>
          <p:cNvPr id="2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2514600"/>
          <a:ext cx="4937760" cy="2057400"/>
        </p:xfrm>
        <a:graphic>
          <a:graphicData uri="http://schemas.openxmlformats.org/drawingml/2006/table">
            <a:tbl>
              <a:tblPr/>
              <a:tblGrid>
                <a:gridCol w="1645920"/>
                <a:gridCol w="1645920"/>
                <a:gridCol w="1645920"/>
              </a:tblGrid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Metric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Current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Target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Readability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94%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100%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Slide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24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50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</a:tbl>
          </a:graphicData>
        </a:graphic>
      </p:graphicFrame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5989320" y="1508760"/>
            <a:ext cx="5303520" cy="2651760"/>
          </a:xfrm>
          <a:prstGeom prst="rect">
            <a:avLst/>
          </a:prstGeom>
        </p:spPr>
      </p:pic>
      <p:sp>
        <p:nvSpPr>
          <p:cNvPr id="7" name="Shape 3"/>
          <p:cNvSpPr/>
          <p:nvPr/>
        </p:nvSpPr>
        <p:spPr>
          <a:xfrm>
            <a:off x="5989320" y="4800600"/>
            <a:ext cx="5303520" cy="0"/>
          </a:xfrm>
          <a:prstGeom prst="line">
            <a:avLst/>
          </a:prstGeom>
          <a:noFill/>
          <a:ln w="25400">
            <a:solidFill>
              <a:srgbClr val="94A3B8"/>
            </a:solidFill>
            <a:prstDash val="solid"/>
          </a:ln>
        </p:spPr>
      </p:sp>
      <p:sp>
        <p:nvSpPr>
          <p:cNvPr id="8" name="Text 4"/>
          <p:cNvSpPr/>
          <p:nvPr/>
        </p:nvSpPr>
        <p:spPr>
          <a:xfrm>
            <a:off x="5989320" y="5010912"/>
            <a:ext cx="5303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Unique representative marker 24</a:t>
            </a:r>
            <a:endParaRPr lang="en-US" sz="15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6576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725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M2 representative benchmark slide 25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94360" y="932688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Repository-authored content sample 25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640080" y="1508760"/>
            <a:ext cx="2148840" cy="685800"/>
          </a:xfrm>
          <a:prstGeom prst="roundRect">
            <a:avLst/>
          </a:prstGeom>
          <a:solidFill>
            <a:srgbClr val="D1FAE5"/>
          </a:solidFill>
          <a:ln w="15875">
            <a:solidFill>
              <a:srgbClr val="64748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Section 25</a:t>
            </a:r>
            <a:endParaRPr lang="en-US" sz="2000" dirty="0"/>
          </a:p>
        </p:txBody>
      </p:sp>
      <p:graphicFrame>
        <p:nvGraphicFramePr>
          <p:cNvPr id="2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2514600"/>
          <a:ext cx="4937760" cy="2057400"/>
        </p:xfrm>
        <a:graphic>
          <a:graphicData uri="http://schemas.openxmlformats.org/drawingml/2006/table">
            <a:tbl>
              <a:tblPr/>
              <a:tblGrid>
                <a:gridCol w="1645920"/>
                <a:gridCol w="1645920"/>
                <a:gridCol w="1645920"/>
              </a:tblGrid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Metric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Current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Target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Readability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95%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100%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Slide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25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50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</a:tbl>
          </a:graphicData>
        </a:graphic>
      </p:graphicFrame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5989320" y="1508760"/>
            <a:ext cx="5303520" cy="2651760"/>
          </a:xfrm>
          <a:prstGeom prst="rect">
            <a:avLst/>
          </a:prstGeom>
        </p:spPr>
      </p:pic>
      <p:sp>
        <p:nvSpPr>
          <p:cNvPr id="7" name="Shape 3"/>
          <p:cNvSpPr/>
          <p:nvPr/>
        </p:nvSpPr>
        <p:spPr>
          <a:xfrm>
            <a:off x="5989320" y="4800600"/>
            <a:ext cx="5303520" cy="0"/>
          </a:xfrm>
          <a:prstGeom prst="line">
            <a:avLst/>
          </a:prstGeom>
          <a:noFill/>
          <a:ln w="25400">
            <a:solidFill>
              <a:srgbClr val="94A3B8"/>
            </a:solidFill>
            <a:prstDash val="solid"/>
          </a:ln>
        </p:spPr>
      </p:sp>
      <p:sp>
        <p:nvSpPr>
          <p:cNvPr id="8" name="Text 4"/>
          <p:cNvSpPr/>
          <p:nvPr/>
        </p:nvSpPr>
        <p:spPr>
          <a:xfrm>
            <a:off x="5989320" y="5010912"/>
            <a:ext cx="5303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Unique representative marker 25</a:t>
            </a:r>
            <a:endParaRPr lang="en-US" sz="15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6576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725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M2 representative benchmark slide 26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94360" y="932688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Repository-authored content sample 26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640080" y="1508760"/>
            <a:ext cx="2148840" cy="685800"/>
          </a:xfrm>
          <a:prstGeom prst="roundRect">
            <a:avLst/>
          </a:prstGeom>
          <a:solidFill>
            <a:srgbClr val="DBEAFE"/>
          </a:solidFill>
          <a:ln w="15875">
            <a:solidFill>
              <a:srgbClr val="64748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Section 26</a:t>
            </a:r>
            <a:endParaRPr lang="en-US" sz="2000" dirty="0"/>
          </a:p>
        </p:txBody>
      </p:sp>
      <p:graphicFrame>
        <p:nvGraphicFramePr>
          <p:cNvPr id="2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2514600"/>
          <a:ext cx="4937760" cy="2057400"/>
        </p:xfrm>
        <a:graphic>
          <a:graphicData uri="http://schemas.openxmlformats.org/drawingml/2006/table">
            <a:tbl>
              <a:tblPr/>
              <a:tblGrid>
                <a:gridCol w="1645920"/>
                <a:gridCol w="1645920"/>
                <a:gridCol w="1645920"/>
              </a:tblGrid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Metric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Current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Target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Readability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96%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100%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Slide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26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50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</a:tbl>
          </a:graphicData>
        </a:graphic>
      </p:graphicFrame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5989320" y="1508760"/>
            <a:ext cx="5303520" cy="2651760"/>
          </a:xfrm>
          <a:prstGeom prst="rect">
            <a:avLst/>
          </a:prstGeom>
        </p:spPr>
      </p:pic>
      <p:sp>
        <p:nvSpPr>
          <p:cNvPr id="7" name="Shape 3"/>
          <p:cNvSpPr/>
          <p:nvPr/>
        </p:nvSpPr>
        <p:spPr>
          <a:xfrm>
            <a:off x="5989320" y="4800600"/>
            <a:ext cx="5303520" cy="0"/>
          </a:xfrm>
          <a:prstGeom prst="line">
            <a:avLst/>
          </a:prstGeom>
          <a:noFill/>
          <a:ln w="25400">
            <a:solidFill>
              <a:srgbClr val="94A3B8"/>
            </a:solidFill>
            <a:prstDash val="solid"/>
          </a:ln>
        </p:spPr>
      </p:sp>
      <p:sp>
        <p:nvSpPr>
          <p:cNvPr id="8" name="Text 4"/>
          <p:cNvSpPr/>
          <p:nvPr/>
        </p:nvSpPr>
        <p:spPr>
          <a:xfrm>
            <a:off x="5989320" y="5010912"/>
            <a:ext cx="5303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Unique representative marker 26</a:t>
            </a:r>
            <a:endParaRPr lang="en-US" sz="15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6576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725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M2 representative benchmark slide 27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94360" y="932688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Repository-authored content sample 27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640080" y="1508760"/>
            <a:ext cx="2148840" cy="685800"/>
          </a:xfrm>
          <a:prstGeom prst="roundRect">
            <a:avLst/>
          </a:prstGeom>
          <a:solidFill>
            <a:srgbClr val="D1FAE5"/>
          </a:solidFill>
          <a:ln w="15875">
            <a:solidFill>
              <a:srgbClr val="64748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Section 27</a:t>
            </a:r>
            <a:endParaRPr lang="en-US" sz="2000" dirty="0"/>
          </a:p>
        </p:txBody>
      </p:sp>
      <p:graphicFrame>
        <p:nvGraphicFramePr>
          <p:cNvPr id="2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2514600"/>
          <a:ext cx="4937760" cy="2057400"/>
        </p:xfrm>
        <a:graphic>
          <a:graphicData uri="http://schemas.openxmlformats.org/drawingml/2006/table">
            <a:tbl>
              <a:tblPr/>
              <a:tblGrid>
                <a:gridCol w="1645920"/>
                <a:gridCol w="1645920"/>
                <a:gridCol w="1645920"/>
              </a:tblGrid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Metric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Current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Target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Readability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97%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100%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Slide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27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50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</a:tbl>
          </a:graphicData>
        </a:graphic>
      </p:graphicFrame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5989320" y="1508760"/>
            <a:ext cx="5303520" cy="2651760"/>
          </a:xfrm>
          <a:prstGeom prst="rect">
            <a:avLst/>
          </a:prstGeom>
        </p:spPr>
      </p:pic>
      <p:sp>
        <p:nvSpPr>
          <p:cNvPr id="7" name="Shape 3"/>
          <p:cNvSpPr/>
          <p:nvPr/>
        </p:nvSpPr>
        <p:spPr>
          <a:xfrm>
            <a:off x="5989320" y="4800600"/>
            <a:ext cx="5303520" cy="0"/>
          </a:xfrm>
          <a:prstGeom prst="line">
            <a:avLst/>
          </a:prstGeom>
          <a:noFill/>
          <a:ln w="25400">
            <a:solidFill>
              <a:srgbClr val="94A3B8"/>
            </a:solidFill>
            <a:prstDash val="solid"/>
          </a:ln>
        </p:spPr>
      </p:sp>
      <p:sp>
        <p:nvSpPr>
          <p:cNvPr id="8" name="Text 4"/>
          <p:cNvSpPr/>
          <p:nvPr/>
        </p:nvSpPr>
        <p:spPr>
          <a:xfrm>
            <a:off x="5989320" y="5010912"/>
            <a:ext cx="5303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Unique representative marker 27</a:t>
            </a:r>
            <a:endParaRPr lang="en-US" sz="15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6576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725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M2 representative benchmark slide 28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94360" y="932688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Repository-authored content sample 28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640080" y="1508760"/>
            <a:ext cx="2148840" cy="685800"/>
          </a:xfrm>
          <a:prstGeom prst="roundRect">
            <a:avLst/>
          </a:prstGeom>
          <a:solidFill>
            <a:srgbClr val="DBEAFE"/>
          </a:solidFill>
          <a:ln w="15875">
            <a:solidFill>
              <a:srgbClr val="64748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Section 28</a:t>
            </a:r>
            <a:endParaRPr lang="en-US" sz="2000" dirty="0"/>
          </a:p>
        </p:txBody>
      </p:sp>
      <p:graphicFrame>
        <p:nvGraphicFramePr>
          <p:cNvPr id="2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2514600"/>
          <a:ext cx="4937760" cy="2057400"/>
        </p:xfrm>
        <a:graphic>
          <a:graphicData uri="http://schemas.openxmlformats.org/drawingml/2006/table">
            <a:tbl>
              <a:tblPr/>
              <a:tblGrid>
                <a:gridCol w="1645920"/>
                <a:gridCol w="1645920"/>
                <a:gridCol w="1645920"/>
              </a:tblGrid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Metric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Current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Target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Readability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98%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100%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Slide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28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50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</a:tbl>
          </a:graphicData>
        </a:graphic>
      </p:graphicFrame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5989320" y="1508760"/>
            <a:ext cx="5303520" cy="2651760"/>
          </a:xfrm>
          <a:prstGeom prst="rect">
            <a:avLst/>
          </a:prstGeom>
        </p:spPr>
      </p:pic>
      <p:sp>
        <p:nvSpPr>
          <p:cNvPr id="7" name="Shape 3"/>
          <p:cNvSpPr/>
          <p:nvPr/>
        </p:nvSpPr>
        <p:spPr>
          <a:xfrm>
            <a:off x="5989320" y="4800600"/>
            <a:ext cx="5303520" cy="0"/>
          </a:xfrm>
          <a:prstGeom prst="line">
            <a:avLst/>
          </a:prstGeom>
          <a:noFill/>
          <a:ln w="25400">
            <a:solidFill>
              <a:srgbClr val="94A3B8"/>
            </a:solidFill>
            <a:prstDash val="solid"/>
          </a:ln>
        </p:spPr>
      </p:sp>
      <p:sp>
        <p:nvSpPr>
          <p:cNvPr id="8" name="Text 4"/>
          <p:cNvSpPr/>
          <p:nvPr/>
        </p:nvSpPr>
        <p:spPr>
          <a:xfrm>
            <a:off x="5989320" y="5010912"/>
            <a:ext cx="5303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Unique representative marker 28</a:t>
            </a:r>
            <a:endParaRPr lang="en-US" sz="15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6576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725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M2 representative benchmark slide 29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94360" y="932688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Repository-authored content sample 29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640080" y="1508760"/>
            <a:ext cx="2148840" cy="685800"/>
          </a:xfrm>
          <a:prstGeom prst="roundRect">
            <a:avLst/>
          </a:prstGeom>
          <a:solidFill>
            <a:srgbClr val="D1FAE5"/>
          </a:solidFill>
          <a:ln w="15875">
            <a:solidFill>
              <a:srgbClr val="64748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Section 29</a:t>
            </a:r>
            <a:endParaRPr lang="en-US" sz="2000" dirty="0"/>
          </a:p>
        </p:txBody>
      </p:sp>
      <p:graphicFrame>
        <p:nvGraphicFramePr>
          <p:cNvPr id="3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2514600"/>
          <a:ext cx="4937760" cy="2057400"/>
        </p:xfrm>
        <a:graphic>
          <a:graphicData uri="http://schemas.openxmlformats.org/drawingml/2006/table">
            <a:tbl>
              <a:tblPr/>
              <a:tblGrid>
                <a:gridCol w="1645920"/>
                <a:gridCol w="1645920"/>
                <a:gridCol w="1645920"/>
              </a:tblGrid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Metric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Current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Target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Readability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99%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100%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Slide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29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50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</a:tbl>
          </a:graphicData>
        </a:graphic>
      </p:graphicFrame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5989320" y="1508760"/>
            <a:ext cx="5303520" cy="2651760"/>
          </a:xfrm>
          <a:prstGeom prst="rect">
            <a:avLst/>
          </a:prstGeom>
        </p:spPr>
      </p:pic>
      <p:sp>
        <p:nvSpPr>
          <p:cNvPr id="7" name="Shape 3"/>
          <p:cNvSpPr/>
          <p:nvPr/>
        </p:nvSpPr>
        <p:spPr>
          <a:xfrm>
            <a:off x="5989320" y="4800600"/>
            <a:ext cx="5303520" cy="0"/>
          </a:xfrm>
          <a:prstGeom prst="line">
            <a:avLst/>
          </a:prstGeom>
          <a:noFill/>
          <a:ln w="25400">
            <a:solidFill>
              <a:srgbClr val="94A3B8"/>
            </a:solidFill>
            <a:prstDash val="solid"/>
          </a:ln>
        </p:spPr>
      </p:sp>
      <p:sp>
        <p:nvSpPr>
          <p:cNvPr id="8" name="Text 4"/>
          <p:cNvSpPr/>
          <p:nvPr/>
        </p:nvSpPr>
        <p:spPr>
          <a:xfrm>
            <a:off x="5989320" y="5010912"/>
            <a:ext cx="5303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Unique representative marker 29</a:t>
            </a:r>
            <a:endParaRPr lang="en-US" sz="15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6576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725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M2 representative benchmark slide 30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94360" y="932688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Repository-authored content sample 30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640080" y="1508760"/>
            <a:ext cx="2148840" cy="685800"/>
          </a:xfrm>
          <a:prstGeom prst="roundRect">
            <a:avLst/>
          </a:prstGeom>
          <a:solidFill>
            <a:srgbClr val="DBEAFE"/>
          </a:solidFill>
          <a:ln w="15875">
            <a:solidFill>
              <a:srgbClr val="64748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Section 30</a:t>
            </a:r>
            <a:endParaRPr lang="en-US" sz="2000" dirty="0"/>
          </a:p>
        </p:txBody>
      </p:sp>
      <p:graphicFrame>
        <p:nvGraphicFramePr>
          <p:cNvPr id="3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2514600"/>
          <a:ext cx="4937760" cy="2057400"/>
        </p:xfrm>
        <a:graphic>
          <a:graphicData uri="http://schemas.openxmlformats.org/drawingml/2006/table">
            <a:tbl>
              <a:tblPr/>
              <a:tblGrid>
                <a:gridCol w="1645920"/>
                <a:gridCol w="1645920"/>
                <a:gridCol w="1645920"/>
              </a:tblGrid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Metric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Current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Target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Readability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90%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100%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Slide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30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50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</a:tbl>
          </a:graphicData>
        </a:graphic>
      </p:graphicFrame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5989320" y="1508760"/>
            <a:ext cx="5303520" cy="2651760"/>
          </a:xfrm>
          <a:prstGeom prst="rect">
            <a:avLst/>
          </a:prstGeom>
        </p:spPr>
      </p:pic>
      <p:sp>
        <p:nvSpPr>
          <p:cNvPr id="7" name="Shape 3"/>
          <p:cNvSpPr/>
          <p:nvPr/>
        </p:nvSpPr>
        <p:spPr>
          <a:xfrm>
            <a:off x="5989320" y="4800600"/>
            <a:ext cx="5303520" cy="0"/>
          </a:xfrm>
          <a:prstGeom prst="line">
            <a:avLst/>
          </a:prstGeom>
          <a:noFill/>
          <a:ln w="25400">
            <a:solidFill>
              <a:srgbClr val="94A3B8"/>
            </a:solidFill>
            <a:prstDash val="solid"/>
          </a:ln>
        </p:spPr>
      </p:sp>
      <p:sp>
        <p:nvSpPr>
          <p:cNvPr id="8" name="Text 4"/>
          <p:cNvSpPr/>
          <p:nvPr/>
        </p:nvSpPr>
        <p:spPr>
          <a:xfrm>
            <a:off x="5989320" y="5010912"/>
            <a:ext cx="5303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Unique representative marker 30</a:t>
            </a:r>
            <a:endParaRPr lang="en-US" sz="15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6576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725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M2 representative benchmark slide 31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94360" y="932688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Repository-authored content sample 31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640080" y="1508760"/>
            <a:ext cx="2148840" cy="685800"/>
          </a:xfrm>
          <a:prstGeom prst="roundRect">
            <a:avLst/>
          </a:prstGeom>
          <a:solidFill>
            <a:srgbClr val="D1FAE5"/>
          </a:solidFill>
          <a:ln w="15875">
            <a:solidFill>
              <a:srgbClr val="64748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Section 31</a:t>
            </a:r>
            <a:endParaRPr lang="en-US" sz="2000" dirty="0"/>
          </a:p>
        </p:txBody>
      </p:sp>
      <p:graphicFrame>
        <p:nvGraphicFramePr>
          <p:cNvPr id="3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2514600"/>
          <a:ext cx="4937760" cy="2057400"/>
        </p:xfrm>
        <a:graphic>
          <a:graphicData uri="http://schemas.openxmlformats.org/drawingml/2006/table">
            <a:tbl>
              <a:tblPr/>
              <a:tblGrid>
                <a:gridCol w="1645920"/>
                <a:gridCol w="1645920"/>
                <a:gridCol w="1645920"/>
              </a:tblGrid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Metric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Current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Target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Readability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91%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100%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Slide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31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50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</a:tbl>
          </a:graphicData>
        </a:graphic>
      </p:graphicFrame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5989320" y="1508760"/>
            <a:ext cx="5303520" cy="2651760"/>
          </a:xfrm>
          <a:prstGeom prst="rect">
            <a:avLst/>
          </a:prstGeom>
        </p:spPr>
      </p:pic>
      <p:sp>
        <p:nvSpPr>
          <p:cNvPr id="7" name="Shape 3"/>
          <p:cNvSpPr/>
          <p:nvPr/>
        </p:nvSpPr>
        <p:spPr>
          <a:xfrm>
            <a:off x="5989320" y="4800600"/>
            <a:ext cx="5303520" cy="0"/>
          </a:xfrm>
          <a:prstGeom prst="line">
            <a:avLst/>
          </a:prstGeom>
          <a:noFill/>
          <a:ln w="25400">
            <a:solidFill>
              <a:srgbClr val="94A3B8"/>
            </a:solidFill>
            <a:prstDash val="solid"/>
          </a:ln>
        </p:spPr>
      </p:sp>
      <p:sp>
        <p:nvSpPr>
          <p:cNvPr id="8" name="Text 4"/>
          <p:cNvSpPr/>
          <p:nvPr/>
        </p:nvSpPr>
        <p:spPr>
          <a:xfrm>
            <a:off x="5989320" y="5010912"/>
            <a:ext cx="5303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Unique representative marker 31</a:t>
            </a:r>
            <a:endParaRPr lang="en-US" sz="150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6576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725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M2 representative benchmark slide 32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94360" y="932688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Repository-authored content sample 32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640080" y="1508760"/>
            <a:ext cx="2148840" cy="685800"/>
          </a:xfrm>
          <a:prstGeom prst="roundRect">
            <a:avLst/>
          </a:prstGeom>
          <a:solidFill>
            <a:srgbClr val="DBEAFE"/>
          </a:solidFill>
          <a:ln w="15875">
            <a:solidFill>
              <a:srgbClr val="64748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Section 32</a:t>
            </a:r>
            <a:endParaRPr lang="en-US" sz="2000" dirty="0"/>
          </a:p>
        </p:txBody>
      </p:sp>
      <p:graphicFrame>
        <p:nvGraphicFramePr>
          <p:cNvPr id="3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2514600"/>
          <a:ext cx="4937760" cy="2057400"/>
        </p:xfrm>
        <a:graphic>
          <a:graphicData uri="http://schemas.openxmlformats.org/drawingml/2006/table">
            <a:tbl>
              <a:tblPr/>
              <a:tblGrid>
                <a:gridCol w="1645920"/>
                <a:gridCol w="1645920"/>
                <a:gridCol w="1645920"/>
              </a:tblGrid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Metric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Current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Target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Readability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92%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100%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Slide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32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50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</a:tbl>
          </a:graphicData>
        </a:graphic>
      </p:graphicFrame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5989320" y="1508760"/>
            <a:ext cx="5303520" cy="2651760"/>
          </a:xfrm>
          <a:prstGeom prst="rect">
            <a:avLst/>
          </a:prstGeom>
        </p:spPr>
      </p:pic>
      <p:sp>
        <p:nvSpPr>
          <p:cNvPr id="7" name="Shape 3"/>
          <p:cNvSpPr/>
          <p:nvPr/>
        </p:nvSpPr>
        <p:spPr>
          <a:xfrm>
            <a:off x="5989320" y="4800600"/>
            <a:ext cx="5303520" cy="0"/>
          </a:xfrm>
          <a:prstGeom prst="line">
            <a:avLst/>
          </a:prstGeom>
          <a:noFill/>
          <a:ln w="25400">
            <a:solidFill>
              <a:srgbClr val="94A3B8"/>
            </a:solidFill>
            <a:prstDash val="solid"/>
          </a:ln>
        </p:spPr>
      </p:sp>
      <p:sp>
        <p:nvSpPr>
          <p:cNvPr id="8" name="Text 4"/>
          <p:cNvSpPr/>
          <p:nvPr/>
        </p:nvSpPr>
        <p:spPr>
          <a:xfrm>
            <a:off x="5989320" y="5010912"/>
            <a:ext cx="5303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Unique representative marker 32</a:t>
            </a:r>
            <a:endParaRPr lang="en-US" sz="150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6576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725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M2 representative benchmark slide 33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94360" y="932688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Repository-authored content sample 33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640080" y="1508760"/>
            <a:ext cx="2148840" cy="685800"/>
          </a:xfrm>
          <a:prstGeom prst="roundRect">
            <a:avLst/>
          </a:prstGeom>
          <a:solidFill>
            <a:srgbClr val="D1FAE5"/>
          </a:solidFill>
          <a:ln w="15875">
            <a:solidFill>
              <a:srgbClr val="64748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Section 33</a:t>
            </a:r>
            <a:endParaRPr lang="en-US" sz="2000" dirty="0"/>
          </a:p>
        </p:txBody>
      </p:sp>
      <p:graphicFrame>
        <p:nvGraphicFramePr>
          <p:cNvPr id="3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2514600"/>
          <a:ext cx="4937760" cy="2057400"/>
        </p:xfrm>
        <a:graphic>
          <a:graphicData uri="http://schemas.openxmlformats.org/drawingml/2006/table">
            <a:tbl>
              <a:tblPr/>
              <a:tblGrid>
                <a:gridCol w="1645920"/>
                <a:gridCol w="1645920"/>
                <a:gridCol w="1645920"/>
              </a:tblGrid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Metric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Current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Target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Readability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93%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100%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Slide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33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50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</a:tbl>
          </a:graphicData>
        </a:graphic>
      </p:graphicFrame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5989320" y="1508760"/>
            <a:ext cx="5303520" cy="2651760"/>
          </a:xfrm>
          <a:prstGeom prst="rect">
            <a:avLst/>
          </a:prstGeom>
        </p:spPr>
      </p:pic>
      <p:sp>
        <p:nvSpPr>
          <p:cNvPr id="7" name="Shape 3"/>
          <p:cNvSpPr/>
          <p:nvPr/>
        </p:nvSpPr>
        <p:spPr>
          <a:xfrm>
            <a:off x="5989320" y="4800600"/>
            <a:ext cx="5303520" cy="0"/>
          </a:xfrm>
          <a:prstGeom prst="line">
            <a:avLst/>
          </a:prstGeom>
          <a:noFill/>
          <a:ln w="25400">
            <a:solidFill>
              <a:srgbClr val="94A3B8"/>
            </a:solidFill>
            <a:prstDash val="solid"/>
          </a:ln>
        </p:spPr>
      </p:sp>
      <p:sp>
        <p:nvSpPr>
          <p:cNvPr id="8" name="Text 4"/>
          <p:cNvSpPr/>
          <p:nvPr/>
        </p:nvSpPr>
        <p:spPr>
          <a:xfrm>
            <a:off x="5989320" y="5010912"/>
            <a:ext cx="5303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Unique representative marker 33</a:t>
            </a:r>
            <a:endParaRPr lang="en-US" sz="150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6576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725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M2 representative benchmark slide 34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94360" y="932688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Repository-authored content sample 34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640080" y="1508760"/>
            <a:ext cx="2148840" cy="685800"/>
          </a:xfrm>
          <a:prstGeom prst="roundRect">
            <a:avLst/>
          </a:prstGeom>
          <a:solidFill>
            <a:srgbClr val="DBEAFE"/>
          </a:solidFill>
          <a:ln w="15875">
            <a:solidFill>
              <a:srgbClr val="64748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Section 34</a:t>
            </a:r>
            <a:endParaRPr lang="en-US" sz="2000" dirty="0"/>
          </a:p>
        </p:txBody>
      </p:sp>
      <p:graphicFrame>
        <p:nvGraphicFramePr>
          <p:cNvPr id="3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2514600"/>
          <a:ext cx="4937760" cy="2057400"/>
        </p:xfrm>
        <a:graphic>
          <a:graphicData uri="http://schemas.openxmlformats.org/drawingml/2006/table">
            <a:tbl>
              <a:tblPr/>
              <a:tblGrid>
                <a:gridCol w="1645920"/>
                <a:gridCol w="1645920"/>
                <a:gridCol w="1645920"/>
              </a:tblGrid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Metric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Current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Target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Readability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94%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100%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Slide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34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50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</a:tbl>
          </a:graphicData>
        </a:graphic>
      </p:graphicFrame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5989320" y="1508760"/>
            <a:ext cx="5303520" cy="2651760"/>
          </a:xfrm>
          <a:prstGeom prst="rect">
            <a:avLst/>
          </a:prstGeom>
        </p:spPr>
      </p:pic>
      <p:sp>
        <p:nvSpPr>
          <p:cNvPr id="7" name="Shape 3"/>
          <p:cNvSpPr/>
          <p:nvPr/>
        </p:nvSpPr>
        <p:spPr>
          <a:xfrm>
            <a:off x="5989320" y="4800600"/>
            <a:ext cx="5303520" cy="0"/>
          </a:xfrm>
          <a:prstGeom prst="line">
            <a:avLst/>
          </a:prstGeom>
          <a:noFill/>
          <a:ln w="25400">
            <a:solidFill>
              <a:srgbClr val="94A3B8"/>
            </a:solidFill>
            <a:prstDash val="solid"/>
          </a:ln>
        </p:spPr>
      </p:sp>
      <p:sp>
        <p:nvSpPr>
          <p:cNvPr id="8" name="Text 4"/>
          <p:cNvSpPr/>
          <p:nvPr/>
        </p:nvSpPr>
        <p:spPr>
          <a:xfrm>
            <a:off x="5989320" y="5010912"/>
            <a:ext cx="5303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Unique representative marker 34</a:t>
            </a:r>
            <a:endParaRPr lang="en-US" sz="150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6576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725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M2 representative benchmark slide 35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94360" y="932688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Repository-authored content sample 35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640080" y="1508760"/>
            <a:ext cx="2148840" cy="685800"/>
          </a:xfrm>
          <a:prstGeom prst="roundRect">
            <a:avLst/>
          </a:prstGeom>
          <a:solidFill>
            <a:srgbClr val="D1FAE5"/>
          </a:solidFill>
          <a:ln w="15875">
            <a:solidFill>
              <a:srgbClr val="64748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Section 35</a:t>
            </a:r>
            <a:endParaRPr lang="en-US" sz="2000" dirty="0"/>
          </a:p>
        </p:txBody>
      </p:sp>
      <p:graphicFrame>
        <p:nvGraphicFramePr>
          <p:cNvPr id="3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2514600"/>
          <a:ext cx="4937760" cy="2057400"/>
        </p:xfrm>
        <a:graphic>
          <a:graphicData uri="http://schemas.openxmlformats.org/drawingml/2006/table">
            <a:tbl>
              <a:tblPr/>
              <a:tblGrid>
                <a:gridCol w="1645920"/>
                <a:gridCol w="1645920"/>
                <a:gridCol w="1645920"/>
              </a:tblGrid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Metric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Current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Target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Readability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95%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100%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Slide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35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50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</a:tbl>
          </a:graphicData>
        </a:graphic>
      </p:graphicFrame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5989320" y="1508760"/>
            <a:ext cx="5303520" cy="2651760"/>
          </a:xfrm>
          <a:prstGeom prst="rect">
            <a:avLst/>
          </a:prstGeom>
        </p:spPr>
      </p:pic>
      <p:sp>
        <p:nvSpPr>
          <p:cNvPr id="7" name="Shape 3"/>
          <p:cNvSpPr/>
          <p:nvPr/>
        </p:nvSpPr>
        <p:spPr>
          <a:xfrm>
            <a:off x="5989320" y="4800600"/>
            <a:ext cx="5303520" cy="0"/>
          </a:xfrm>
          <a:prstGeom prst="line">
            <a:avLst/>
          </a:prstGeom>
          <a:noFill/>
          <a:ln w="25400">
            <a:solidFill>
              <a:srgbClr val="94A3B8"/>
            </a:solidFill>
            <a:prstDash val="solid"/>
          </a:ln>
        </p:spPr>
      </p:sp>
      <p:sp>
        <p:nvSpPr>
          <p:cNvPr id="8" name="Text 4"/>
          <p:cNvSpPr/>
          <p:nvPr/>
        </p:nvSpPr>
        <p:spPr>
          <a:xfrm>
            <a:off x="5989320" y="5010912"/>
            <a:ext cx="5303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Unique representative marker 35</a:t>
            </a:r>
            <a:endParaRPr lang="en-US" sz="1500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6576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725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M2 representative benchmark slide 36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94360" y="932688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Repository-authored content sample 36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640080" y="1508760"/>
            <a:ext cx="2148840" cy="685800"/>
          </a:xfrm>
          <a:prstGeom prst="roundRect">
            <a:avLst/>
          </a:prstGeom>
          <a:solidFill>
            <a:srgbClr val="DBEAFE"/>
          </a:solidFill>
          <a:ln w="15875">
            <a:solidFill>
              <a:srgbClr val="64748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Section 36</a:t>
            </a:r>
            <a:endParaRPr lang="en-US" sz="2000" dirty="0"/>
          </a:p>
        </p:txBody>
      </p:sp>
      <p:graphicFrame>
        <p:nvGraphicFramePr>
          <p:cNvPr id="3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2514600"/>
          <a:ext cx="4937760" cy="2057400"/>
        </p:xfrm>
        <a:graphic>
          <a:graphicData uri="http://schemas.openxmlformats.org/drawingml/2006/table">
            <a:tbl>
              <a:tblPr/>
              <a:tblGrid>
                <a:gridCol w="1645920"/>
                <a:gridCol w="1645920"/>
                <a:gridCol w="1645920"/>
              </a:tblGrid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Metric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Current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Target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Readability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96%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100%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Slide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36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50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</a:tbl>
          </a:graphicData>
        </a:graphic>
      </p:graphicFrame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5989320" y="1508760"/>
            <a:ext cx="5303520" cy="2651760"/>
          </a:xfrm>
          <a:prstGeom prst="rect">
            <a:avLst/>
          </a:prstGeom>
        </p:spPr>
      </p:pic>
      <p:sp>
        <p:nvSpPr>
          <p:cNvPr id="7" name="Shape 3"/>
          <p:cNvSpPr/>
          <p:nvPr/>
        </p:nvSpPr>
        <p:spPr>
          <a:xfrm>
            <a:off x="5989320" y="4800600"/>
            <a:ext cx="5303520" cy="0"/>
          </a:xfrm>
          <a:prstGeom prst="line">
            <a:avLst/>
          </a:prstGeom>
          <a:noFill/>
          <a:ln w="25400">
            <a:solidFill>
              <a:srgbClr val="94A3B8"/>
            </a:solidFill>
            <a:prstDash val="solid"/>
          </a:ln>
        </p:spPr>
      </p:sp>
      <p:sp>
        <p:nvSpPr>
          <p:cNvPr id="8" name="Text 4"/>
          <p:cNvSpPr/>
          <p:nvPr/>
        </p:nvSpPr>
        <p:spPr>
          <a:xfrm>
            <a:off x="5989320" y="5010912"/>
            <a:ext cx="5303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Unique representative marker 36</a:t>
            </a:r>
            <a:endParaRPr lang="en-US" sz="1500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6576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725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M2 representative benchmark slide 37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94360" y="932688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Repository-authored content sample 37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640080" y="1508760"/>
            <a:ext cx="2148840" cy="685800"/>
          </a:xfrm>
          <a:prstGeom prst="roundRect">
            <a:avLst/>
          </a:prstGeom>
          <a:solidFill>
            <a:srgbClr val="D1FAE5"/>
          </a:solidFill>
          <a:ln w="15875">
            <a:solidFill>
              <a:srgbClr val="64748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Section 37</a:t>
            </a:r>
            <a:endParaRPr lang="en-US" sz="2000" dirty="0"/>
          </a:p>
        </p:txBody>
      </p:sp>
      <p:graphicFrame>
        <p:nvGraphicFramePr>
          <p:cNvPr id="3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2514600"/>
          <a:ext cx="4937760" cy="2057400"/>
        </p:xfrm>
        <a:graphic>
          <a:graphicData uri="http://schemas.openxmlformats.org/drawingml/2006/table">
            <a:tbl>
              <a:tblPr/>
              <a:tblGrid>
                <a:gridCol w="1645920"/>
                <a:gridCol w="1645920"/>
                <a:gridCol w="1645920"/>
              </a:tblGrid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Metric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Current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Target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Readability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97%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100%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Slide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37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50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</a:tbl>
          </a:graphicData>
        </a:graphic>
      </p:graphicFrame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5989320" y="1508760"/>
            <a:ext cx="5303520" cy="2651760"/>
          </a:xfrm>
          <a:prstGeom prst="rect">
            <a:avLst/>
          </a:prstGeom>
        </p:spPr>
      </p:pic>
      <p:sp>
        <p:nvSpPr>
          <p:cNvPr id="7" name="Shape 3"/>
          <p:cNvSpPr/>
          <p:nvPr/>
        </p:nvSpPr>
        <p:spPr>
          <a:xfrm>
            <a:off x="5989320" y="4800600"/>
            <a:ext cx="5303520" cy="0"/>
          </a:xfrm>
          <a:prstGeom prst="line">
            <a:avLst/>
          </a:prstGeom>
          <a:noFill/>
          <a:ln w="25400">
            <a:solidFill>
              <a:srgbClr val="94A3B8"/>
            </a:solidFill>
            <a:prstDash val="solid"/>
          </a:ln>
        </p:spPr>
      </p:sp>
      <p:sp>
        <p:nvSpPr>
          <p:cNvPr id="8" name="Text 4"/>
          <p:cNvSpPr/>
          <p:nvPr/>
        </p:nvSpPr>
        <p:spPr>
          <a:xfrm>
            <a:off x="5989320" y="5010912"/>
            <a:ext cx="5303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Unique representative marker 37</a:t>
            </a:r>
            <a:endParaRPr lang="en-US" sz="1500" dirty="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6576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725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M2 representative benchmark slide 38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94360" y="932688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Repository-authored content sample 38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640080" y="1508760"/>
            <a:ext cx="2148840" cy="685800"/>
          </a:xfrm>
          <a:prstGeom prst="roundRect">
            <a:avLst/>
          </a:prstGeom>
          <a:solidFill>
            <a:srgbClr val="DBEAFE"/>
          </a:solidFill>
          <a:ln w="15875">
            <a:solidFill>
              <a:srgbClr val="64748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Section 38</a:t>
            </a:r>
            <a:endParaRPr lang="en-US" sz="2000" dirty="0"/>
          </a:p>
        </p:txBody>
      </p:sp>
      <p:graphicFrame>
        <p:nvGraphicFramePr>
          <p:cNvPr id="3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2514600"/>
          <a:ext cx="4937760" cy="2057400"/>
        </p:xfrm>
        <a:graphic>
          <a:graphicData uri="http://schemas.openxmlformats.org/drawingml/2006/table">
            <a:tbl>
              <a:tblPr/>
              <a:tblGrid>
                <a:gridCol w="1645920"/>
                <a:gridCol w="1645920"/>
                <a:gridCol w="1645920"/>
              </a:tblGrid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Metric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Current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Target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Readability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98%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100%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Slide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38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50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</a:tbl>
          </a:graphicData>
        </a:graphic>
      </p:graphicFrame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5989320" y="1508760"/>
            <a:ext cx="5303520" cy="2651760"/>
          </a:xfrm>
          <a:prstGeom prst="rect">
            <a:avLst/>
          </a:prstGeom>
        </p:spPr>
      </p:pic>
      <p:sp>
        <p:nvSpPr>
          <p:cNvPr id="7" name="Shape 3"/>
          <p:cNvSpPr/>
          <p:nvPr/>
        </p:nvSpPr>
        <p:spPr>
          <a:xfrm>
            <a:off x="5989320" y="4800600"/>
            <a:ext cx="5303520" cy="0"/>
          </a:xfrm>
          <a:prstGeom prst="line">
            <a:avLst/>
          </a:prstGeom>
          <a:noFill/>
          <a:ln w="25400">
            <a:solidFill>
              <a:srgbClr val="94A3B8"/>
            </a:solidFill>
            <a:prstDash val="solid"/>
          </a:ln>
        </p:spPr>
      </p:sp>
      <p:sp>
        <p:nvSpPr>
          <p:cNvPr id="8" name="Text 4"/>
          <p:cNvSpPr/>
          <p:nvPr/>
        </p:nvSpPr>
        <p:spPr>
          <a:xfrm>
            <a:off x="5989320" y="5010912"/>
            <a:ext cx="5303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Unique representative marker 38</a:t>
            </a:r>
            <a:endParaRPr lang="en-US" sz="1500" dirty="0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6576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725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M2 representative benchmark slide 39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94360" y="932688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Repository-authored content sample 39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640080" y="1508760"/>
            <a:ext cx="2148840" cy="685800"/>
          </a:xfrm>
          <a:prstGeom prst="roundRect">
            <a:avLst/>
          </a:prstGeom>
          <a:solidFill>
            <a:srgbClr val="D1FAE5"/>
          </a:solidFill>
          <a:ln w="15875">
            <a:solidFill>
              <a:srgbClr val="64748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Section 39</a:t>
            </a:r>
            <a:endParaRPr lang="en-US" sz="2000" dirty="0"/>
          </a:p>
        </p:txBody>
      </p:sp>
      <p:graphicFrame>
        <p:nvGraphicFramePr>
          <p:cNvPr id="4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2514600"/>
          <a:ext cx="4937760" cy="2057400"/>
        </p:xfrm>
        <a:graphic>
          <a:graphicData uri="http://schemas.openxmlformats.org/drawingml/2006/table">
            <a:tbl>
              <a:tblPr/>
              <a:tblGrid>
                <a:gridCol w="1645920"/>
                <a:gridCol w="1645920"/>
                <a:gridCol w="1645920"/>
              </a:tblGrid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Metric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Current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Target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Readability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99%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100%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Slide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39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50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</a:tbl>
          </a:graphicData>
        </a:graphic>
      </p:graphicFrame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5989320" y="1508760"/>
            <a:ext cx="5303520" cy="2651760"/>
          </a:xfrm>
          <a:prstGeom prst="rect">
            <a:avLst/>
          </a:prstGeom>
        </p:spPr>
      </p:pic>
      <p:sp>
        <p:nvSpPr>
          <p:cNvPr id="7" name="Shape 3"/>
          <p:cNvSpPr/>
          <p:nvPr/>
        </p:nvSpPr>
        <p:spPr>
          <a:xfrm>
            <a:off x="5989320" y="4800600"/>
            <a:ext cx="5303520" cy="0"/>
          </a:xfrm>
          <a:prstGeom prst="line">
            <a:avLst/>
          </a:prstGeom>
          <a:noFill/>
          <a:ln w="25400">
            <a:solidFill>
              <a:srgbClr val="94A3B8"/>
            </a:solidFill>
            <a:prstDash val="solid"/>
          </a:ln>
        </p:spPr>
      </p:sp>
      <p:sp>
        <p:nvSpPr>
          <p:cNvPr id="8" name="Text 4"/>
          <p:cNvSpPr/>
          <p:nvPr/>
        </p:nvSpPr>
        <p:spPr>
          <a:xfrm>
            <a:off x="5989320" y="5010912"/>
            <a:ext cx="5303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Unique representative marker 39</a:t>
            </a:r>
            <a:endParaRPr lang="en-US" sz="1500" dirty="0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6576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725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M2 representative benchmark slide 40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94360" y="932688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Repository-authored content sample 40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640080" y="1508760"/>
            <a:ext cx="2148840" cy="685800"/>
          </a:xfrm>
          <a:prstGeom prst="roundRect">
            <a:avLst/>
          </a:prstGeom>
          <a:solidFill>
            <a:srgbClr val="DBEAFE"/>
          </a:solidFill>
          <a:ln w="15875">
            <a:solidFill>
              <a:srgbClr val="64748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Section 40</a:t>
            </a:r>
            <a:endParaRPr lang="en-US" sz="2000" dirty="0"/>
          </a:p>
        </p:txBody>
      </p:sp>
      <p:graphicFrame>
        <p:nvGraphicFramePr>
          <p:cNvPr id="4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2514600"/>
          <a:ext cx="4937760" cy="2057400"/>
        </p:xfrm>
        <a:graphic>
          <a:graphicData uri="http://schemas.openxmlformats.org/drawingml/2006/table">
            <a:tbl>
              <a:tblPr/>
              <a:tblGrid>
                <a:gridCol w="1645920"/>
                <a:gridCol w="1645920"/>
                <a:gridCol w="1645920"/>
              </a:tblGrid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Metric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Current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Target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Readability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90%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100%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Slide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40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50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</a:tbl>
          </a:graphicData>
        </a:graphic>
      </p:graphicFrame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5989320" y="1508760"/>
            <a:ext cx="5303520" cy="2651760"/>
          </a:xfrm>
          <a:prstGeom prst="rect">
            <a:avLst/>
          </a:prstGeom>
        </p:spPr>
      </p:pic>
      <p:sp>
        <p:nvSpPr>
          <p:cNvPr id="7" name="Shape 3"/>
          <p:cNvSpPr/>
          <p:nvPr/>
        </p:nvSpPr>
        <p:spPr>
          <a:xfrm>
            <a:off x="5989320" y="4800600"/>
            <a:ext cx="5303520" cy="0"/>
          </a:xfrm>
          <a:prstGeom prst="line">
            <a:avLst/>
          </a:prstGeom>
          <a:noFill/>
          <a:ln w="25400">
            <a:solidFill>
              <a:srgbClr val="94A3B8"/>
            </a:solidFill>
            <a:prstDash val="solid"/>
          </a:ln>
        </p:spPr>
      </p:sp>
      <p:sp>
        <p:nvSpPr>
          <p:cNvPr id="8" name="Text 4"/>
          <p:cNvSpPr/>
          <p:nvPr/>
        </p:nvSpPr>
        <p:spPr>
          <a:xfrm>
            <a:off x="5989320" y="5010912"/>
            <a:ext cx="5303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Unique representative marker 40</a:t>
            </a:r>
            <a:endParaRPr lang="en-US" sz="1500" dirty="0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6576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725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M2 representative benchmark slide 41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94360" y="932688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Repository-authored content sample 41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640080" y="1508760"/>
            <a:ext cx="2148840" cy="685800"/>
          </a:xfrm>
          <a:prstGeom prst="roundRect">
            <a:avLst/>
          </a:prstGeom>
          <a:solidFill>
            <a:srgbClr val="D1FAE5"/>
          </a:solidFill>
          <a:ln w="15875">
            <a:solidFill>
              <a:srgbClr val="64748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Section 41</a:t>
            </a:r>
            <a:endParaRPr lang="en-US" sz="2000" dirty="0"/>
          </a:p>
        </p:txBody>
      </p:sp>
      <p:graphicFrame>
        <p:nvGraphicFramePr>
          <p:cNvPr id="4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2514600"/>
          <a:ext cx="4937760" cy="2057400"/>
        </p:xfrm>
        <a:graphic>
          <a:graphicData uri="http://schemas.openxmlformats.org/drawingml/2006/table">
            <a:tbl>
              <a:tblPr/>
              <a:tblGrid>
                <a:gridCol w="1645920"/>
                <a:gridCol w="1645920"/>
                <a:gridCol w="1645920"/>
              </a:tblGrid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Metric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Current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Target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Readability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91%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100%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Slide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41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50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</a:tbl>
          </a:graphicData>
        </a:graphic>
      </p:graphicFrame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5989320" y="1508760"/>
            <a:ext cx="5303520" cy="2651760"/>
          </a:xfrm>
          <a:prstGeom prst="rect">
            <a:avLst/>
          </a:prstGeom>
        </p:spPr>
      </p:pic>
      <p:sp>
        <p:nvSpPr>
          <p:cNvPr id="7" name="Shape 3"/>
          <p:cNvSpPr/>
          <p:nvPr/>
        </p:nvSpPr>
        <p:spPr>
          <a:xfrm>
            <a:off x="5989320" y="4800600"/>
            <a:ext cx="5303520" cy="0"/>
          </a:xfrm>
          <a:prstGeom prst="line">
            <a:avLst/>
          </a:prstGeom>
          <a:noFill/>
          <a:ln w="25400">
            <a:solidFill>
              <a:srgbClr val="94A3B8"/>
            </a:solidFill>
            <a:prstDash val="solid"/>
          </a:ln>
        </p:spPr>
      </p:sp>
      <p:sp>
        <p:nvSpPr>
          <p:cNvPr id="8" name="Text 4"/>
          <p:cNvSpPr/>
          <p:nvPr/>
        </p:nvSpPr>
        <p:spPr>
          <a:xfrm>
            <a:off x="5989320" y="5010912"/>
            <a:ext cx="5303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Unique representative marker 41</a:t>
            </a:r>
            <a:endParaRPr lang="en-US" sz="1500" dirty="0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6576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725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M2 representative benchmark slide 42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94360" y="932688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Repository-authored content sample 42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640080" y="1508760"/>
            <a:ext cx="2148840" cy="685800"/>
          </a:xfrm>
          <a:prstGeom prst="roundRect">
            <a:avLst/>
          </a:prstGeom>
          <a:solidFill>
            <a:srgbClr val="DBEAFE"/>
          </a:solidFill>
          <a:ln w="15875">
            <a:solidFill>
              <a:srgbClr val="64748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Section 42</a:t>
            </a:r>
            <a:endParaRPr lang="en-US" sz="2000" dirty="0"/>
          </a:p>
        </p:txBody>
      </p:sp>
      <p:graphicFrame>
        <p:nvGraphicFramePr>
          <p:cNvPr id="4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2514600"/>
          <a:ext cx="4937760" cy="2057400"/>
        </p:xfrm>
        <a:graphic>
          <a:graphicData uri="http://schemas.openxmlformats.org/drawingml/2006/table">
            <a:tbl>
              <a:tblPr/>
              <a:tblGrid>
                <a:gridCol w="1645920"/>
                <a:gridCol w="1645920"/>
                <a:gridCol w="1645920"/>
              </a:tblGrid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Metric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Current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Target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Readability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92%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100%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Slide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42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50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</a:tbl>
          </a:graphicData>
        </a:graphic>
      </p:graphicFrame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5989320" y="1508760"/>
            <a:ext cx="5303520" cy="2651760"/>
          </a:xfrm>
          <a:prstGeom prst="rect">
            <a:avLst/>
          </a:prstGeom>
        </p:spPr>
      </p:pic>
      <p:sp>
        <p:nvSpPr>
          <p:cNvPr id="7" name="Shape 3"/>
          <p:cNvSpPr/>
          <p:nvPr/>
        </p:nvSpPr>
        <p:spPr>
          <a:xfrm>
            <a:off x="5989320" y="4800600"/>
            <a:ext cx="5303520" cy="0"/>
          </a:xfrm>
          <a:prstGeom prst="line">
            <a:avLst/>
          </a:prstGeom>
          <a:noFill/>
          <a:ln w="25400">
            <a:solidFill>
              <a:srgbClr val="94A3B8"/>
            </a:solidFill>
            <a:prstDash val="solid"/>
          </a:ln>
        </p:spPr>
      </p:sp>
      <p:sp>
        <p:nvSpPr>
          <p:cNvPr id="8" name="Text 4"/>
          <p:cNvSpPr/>
          <p:nvPr/>
        </p:nvSpPr>
        <p:spPr>
          <a:xfrm>
            <a:off x="5989320" y="5010912"/>
            <a:ext cx="5303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Unique representative marker 42</a:t>
            </a:r>
            <a:endParaRPr lang="en-US" sz="1500" dirty="0"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6576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725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M2 representative benchmark slide 43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94360" y="932688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Repository-authored content sample 43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640080" y="1508760"/>
            <a:ext cx="2148840" cy="685800"/>
          </a:xfrm>
          <a:prstGeom prst="roundRect">
            <a:avLst/>
          </a:prstGeom>
          <a:solidFill>
            <a:srgbClr val="D1FAE5"/>
          </a:solidFill>
          <a:ln w="15875">
            <a:solidFill>
              <a:srgbClr val="64748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Section 43</a:t>
            </a:r>
            <a:endParaRPr lang="en-US" sz="2000" dirty="0"/>
          </a:p>
        </p:txBody>
      </p:sp>
      <p:graphicFrame>
        <p:nvGraphicFramePr>
          <p:cNvPr id="4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2514600"/>
          <a:ext cx="4937760" cy="2057400"/>
        </p:xfrm>
        <a:graphic>
          <a:graphicData uri="http://schemas.openxmlformats.org/drawingml/2006/table">
            <a:tbl>
              <a:tblPr/>
              <a:tblGrid>
                <a:gridCol w="1645920"/>
                <a:gridCol w="1645920"/>
                <a:gridCol w="1645920"/>
              </a:tblGrid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Metric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Current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Target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Readability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93%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100%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Slide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43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50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</a:tbl>
          </a:graphicData>
        </a:graphic>
      </p:graphicFrame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5989320" y="1508760"/>
            <a:ext cx="5303520" cy="2651760"/>
          </a:xfrm>
          <a:prstGeom prst="rect">
            <a:avLst/>
          </a:prstGeom>
        </p:spPr>
      </p:pic>
      <p:sp>
        <p:nvSpPr>
          <p:cNvPr id="7" name="Shape 3"/>
          <p:cNvSpPr/>
          <p:nvPr/>
        </p:nvSpPr>
        <p:spPr>
          <a:xfrm>
            <a:off x="5989320" y="4800600"/>
            <a:ext cx="5303520" cy="0"/>
          </a:xfrm>
          <a:prstGeom prst="line">
            <a:avLst/>
          </a:prstGeom>
          <a:noFill/>
          <a:ln w="25400">
            <a:solidFill>
              <a:srgbClr val="94A3B8"/>
            </a:solidFill>
            <a:prstDash val="solid"/>
          </a:ln>
        </p:spPr>
      </p:sp>
      <p:sp>
        <p:nvSpPr>
          <p:cNvPr id="8" name="Text 4"/>
          <p:cNvSpPr/>
          <p:nvPr/>
        </p:nvSpPr>
        <p:spPr>
          <a:xfrm>
            <a:off x="5989320" y="5010912"/>
            <a:ext cx="5303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Unique representative marker 43</a:t>
            </a:r>
            <a:endParaRPr lang="en-US" sz="1500" dirty="0"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6576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725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M2 representative benchmark slide 44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94360" y="932688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Repository-authored content sample 44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640080" y="1508760"/>
            <a:ext cx="2148840" cy="685800"/>
          </a:xfrm>
          <a:prstGeom prst="roundRect">
            <a:avLst/>
          </a:prstGeom>
          <a:solidFill>
            <a:srgbClr val="DBEAFE"/>
          </a:solidFill>
          <a:ln w="15875">
            <a:solidFill>
              <a:srgbClr val="64748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Section 44</a:t>
            </a:r>
            <a:endParaRPr lang="en-US" sz="2000" dirty="0"/>
          </a:p>
        </p:txBody>
      </p:sp>
      <p:graphicFrame>
        <p:nvGraphicFramePr>
          <p:cNvPr id="4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2514600"/>
          <a:ext cx="4937760" cy="2057400"/>
        </p:xfrm>
        <a:graphic>
          <a:graphicData uri="http://schemas.openxmlformats.org/drawingml/2006/table">
            <a:tbl>
              <a:tblPr/>
              <a:tblGrid>
                <a:gridCol w="1645920"/>
                <a:gridCol w="1645920"/>
                <a:gridCol w="1645920"/>
              </a:tblGrid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Metric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Current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Target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Readability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94%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100%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Slide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44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50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</a:tbl>
          </a:graphicData>
        </a:graphic>
      </p:graphicFrame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5989320" y="1508760"/>
            <a:ext cx="5303520" cy="2651760"/>
          </a:xfrm>
          <a:prstGeom prst="rect">
            <a:avLst/>
          </a:prstGeom>
        </p:spPr>
      </p:pic>
      <p:sp>
        <p:nvSpPr>
          <p:cNvPr id="7" name="Shape 3"/>
          <p:cNvSpPr/>
          <p:nvPr/>
        </p:nvSpPr>
        <p:spPr>
          <a:xfrm>
            <a:off x="5989320" y="4800600"/>
            <a:ext cx="5303520" cy="0"/>
          </a:xfrm>
          <a:prstGeom prst="line">
            <a:avLst/>
          </a:prstGeom>
          <a:noFill/>
          <a:ln w="25400">
            <a:solidFill>
              <a:srgbClr val="94A3B8"/>
            </a:solidFill>
            <a:prstDash val="solid"/>
          </a:ln>
        </p:spPr>
      </p:sp>
      <p:sp>
        <p:nvSpPr>
          <p:cNvPr id="8" name="Text 4"/>
          <p:cNvSpPr/>
          <p:nvPr/>
        </p:nvSpPr>
        <p:spPr>
          <a:xfrm>
            <a:off x="5989320" y="5010912"/>
            <a:ext cx="5303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Unique representative marker 44</a:t>
            </a:r>
            <a:endParaRPr lang="en-US" sz="1500" dirty="0"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6576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725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M2 representative benchmark slide 45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94360" y="932688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Repository-authored content sample 45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640080" y="1508760"/>
            <a:ext cx="2148840" cy="685800"/>
          </a:xfrm>
          <a:prstGeom prst="roundRect">
            <a:avLst/>
          </a:prstGeom>
          <a:solidFill>
            <a:srgbClr val="D1FAE5"/>
          </a:solidFill>
          <a:ln w="15875">
            <a:solidFill>
              <a:srgbClr val="64748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Section 45</a:t>
            </a:r>
            <a:endParaRPr lang="en-US" sz="2000" dirty="0"/>
          </a:p>
        </p:txBody>
      </p:sp>
      <p:graphicFrame>
        <p:nvGraphicFramePr>
          <p:cNvPr id="4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2514600"/>
          <a:ext cx="4937760" cy="2057400"/>
        </p:xfrm>
        <a:graphic>
          <a:graphicData uri="http://schemas.openxmlformats.org/drawingml/2006/table">
            <a:tbl>
              <a:tblPr/>
              <a:tblGrid>
                <a:gridCol w="1645920"/>
                <a:gridCol w="1645920"/>
                <a:gridCol w="1645920"/>
              </a:tblGrid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Metric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Current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Target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Readability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95%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100%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Slide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45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50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</a:tbl>
          </a:graphicData>
        </a:graphic>
      </p:graphicFrame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5989320" y="1508760"/>
            <a:ext cx="5303520" cy="2651760"/>
          </a:xfrm>
          <a:prstGeom prst="rect">
            <a:avLst/>
          </a:prstGeom>
        </p:spPr>
      </p:pic>
      <p:sp>
        <p:nvSpPr>
          <p:cNvPr id="7" name="Shape 3"/>
          <p:cNvSpPr/>
          <p:nvPr/>
        </p:nvSpPr>
        <p:spPr>
          <a:xfrm>
            <a:off x="5989320" y="4800600"/>
            <a:ext cx="5303520" cy="0"/>
          </a:xfrm>
          <a:prstGeom prst="line">
            <a:avLst/>
          </a:prstGeom>
          <a:noFill/>
          <a:ln w="25400">
            <a:solidFill>
              <a:srgbClr val="94A3B8"/>
            </a:solidFill>
            <a:prstDash val="solid"/>
          </a:ln>
        </p:spPr>
      </p:sp>
      <p:sp>
        <p:nvSpPr>
          <p:cNvPr id="8" name="Text 4"/>
          <p:cNvSpPr/>
          <p:nvPr/>
        </p:nvSpPr>
        <p:spPr>
          <a:xfrm>
            <a:off x="5989320" y="5010912"/>
            <a:ext cx="5303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Unique representative marker 45</a:t>
            </a:r>
            <a:endParaRPr lang="en-US" sz="1500" dirty="0"/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6576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725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M2 representative benchmark slide 46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94360" y="932688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Repository-authored content sample 46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640080" y="1508760"/>
            <a:ext cx="2148840" cy="685800"/>
          </a:xfrm>
          <a:prstGeom prst="roundRect">
            <a:avLst/>
          </a:prstGeom>
          <a:solidFill>
            <a:srgbClr val="DBEAFE"/>
          </a:solidFill>
          <a:ln w="15875">
            <a:solidFill>
              <a:srgbClr val="64748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Section 46</a:t>
            </a:r>
            <a:endParaRPr lang="en-US" sz="2000" dirty="0"/>
          </a:p>
        </p:txBody>
      </p:sp>
      <p:graphicFrame>
        <p:nvGraphicFramePr>
          <p:cNvPr id="4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2514600"/>
          <a:ext cx="4937760" cy="2057400"/>
        </p:xfrm>
        <a:graphic>
          <a:graphicData uri="http://schemas.openxmlformats.org/drawingml/2006/table">
            <a:tbl>
              <a:tblPr/>
              <a:tblGrid>
                <a:gridCol w="1645920"/>
                <a:gridCol w="1645920"/>
                <a:gridCol w="1645920"/>
              </a:tblGrid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Metric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Current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Target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Readability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96%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100%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Slide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46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50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</a:tbl>
          </a:graphicData>
        </a:graphic>
      </p:graphicFrame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5989320" y="1508760"/>
            <a:ext cx="5303520" cy="2651760"/>
          </a:xfrm>
          <a:prstGeom prst="rect">
            <a:avLst/>
          </a:prstGeom>
        </p:spPr>
      </p:pic>
      <p:sp>
        <p:nvSpPr>
          <p:cNvPr id="7" name="Shape 3"/>
          <p:cNvSpPr/>
          <p:nvPr/>
        </p:nvSpPr>
        <p:spPr>
          <a:xfrm>
            <a:off x="5989320" y="4800600"/>
            <a:ext cx="5303520" cy="0"/>
          </a:xfrm>
          <a:prstGeom prst="line">
            <a:avLst/>
          </a:prstGeom>
          <a:noFill/>
          <a:ln w="25400">
            <a:solidFill>
              <a:srgbClr val="94A3B8"/>
            </a:solidFill>
            <a:prstDash val="solid"/>
          </a:ln>
        </p:spPr>
      </p:sp>
      <p:sp>
        <p:nvSpPr>
          <p:cNvPr id="8" name="Text 4"/>
          <p:cNvSpPr/>
          <p:nvPr/>
        </p:nvSpPr>
        <p:spPr>
          <a:xfrm>
            <a:off x="5989320" y="5010912"/>
            <a:ext cx="5303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Unique representative marker 46</a:t>
            </a:r>
            <a:endParaRPr lang="en-US" sz="1500" dirty="0"/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6576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725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M2 representative benchmark slide 47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94360" y="932688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Repository-authored content sample 47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640080" y="1508760"/>
            <a:ext cx="2148840" cy="685800"/>
          </a:xfrm>
          <a:prstGeom prst="roundRect">
            <a:avLst/>
          </a:prstGeom>
          <a:solidFill>
            <a:srgbClr val="D1FAE5"/>
          </a:solidFill>
          <a:ln w="15875">
            <a:solidFill>
              <a:srgbClr val="64748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Section 47</a:t>
            </a:r>
            <a:endParaRPr lang="en-US" sz="2000" dirty="0"/>
          </a:p>
        </p:txBody>
      </p:sp>
      <p:graphicFrame>
        <p:nvGraphicFramePr>
          <p:cNvPr id="4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2514600"/>
          <a:ext cx="4937760" cy="2057400"/>
        </p:xfrm>
        <a:graphic>
          <a:graphicData uri="http://schemas.openxmlformats.org/drawingml/2006/table">
            <a:tbl>
              <a:tblPr/>
              <a:tblGrid>
                <a:gridCol w="1645920"/>
                <a:gridCol w="1645920"/>
                <a:gridCol w="1645920"/>
              </a:tblGrid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Metric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Current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Target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Readability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97%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100%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Slide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47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50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</a:tbl>
          </a:graphicData>
        </a:graphic>
      </p:graphicFrame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5989320" y="1508760"/>
            <a:ext cx="5303520" cy="2651760"/>
          </a:xfrm>
          <a:prstGeom prst="rect">
            <a:avLst/>
          </a:prstGeom>
        </p:spPr>
      </p:pic>
      <p:sp>
        <p:nvSpPr>
          <p:cNvPr id="7" name="Shape 3"/>
          <p:cNvSpPr/>
          <p:nvPr/>
        </p:nvSpPr>
        <p:spPr>
          <a:xfrm>
            <a:off x="5989320" y="4800600"/>
            <a:ext cx="5303520" cy="0"/>
          </a:xfrm>
          <a:prstGeom prst="line">
            <a:avLst/>
          </a:prstGeom>
          <a:noFill/>
          <a:ln w="25400">
            <a:solidFill>
              <a:srgbClr val="94A3B8"/>
            </a:solidFill>
            <a:prstDash val="solid"/>
          </a:ln>
        </p:spPr>
      </p:sp>
      <p:sp>
        <p:nvSpPr>
          <p:cNvPr id="8" name="Text 4"/>
          <p:cNvSpPr/>
          <p:nvPr/>
        </p:nvSpPr>
        <p:spPr>
          <a:xfrm>
            <a:off x="5989320" y="5010912"/>
            <a:ext cx="5303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Unique representative marker 47</a:t>
            </a:r>
            <a:endParaRPr lang="en-US" sz="1500" dirty="0"/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6576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725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M2 representative benchmark slide 48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94360" y="932688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Repository-authored content sample 48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640080" y="1508760"/>
            <a:ext cx="2148840" cy="685800"/>
          </a:xfrm>
          <a:prstGeom prst="roundRect">
            <a:avLst/>
          </a:prstGeom>
          <a:solidFill>
            <a:srgbClr val="DBEAFE"/>
          </a:solidFill>
          <a:ln w="15875">
            <a:solidFill>
              <a:srgbClr val="64748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Section 48</a:t>
            </a:r>
            <a:endParaRPr lang="en-US" sz="2000" dirty="0"/>
          </a:p>
        </p:txBody>
      </p:sp>
      <p:graphicFrame>
        <p:nvGraphicFramePr>
          <p:cNvPr id="4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2514600"/>
          <a:ext cx="4937760" cy="2057400"/>
        </p:xfrm>
        <a:graphic>
          <a:graphicData uri="http://schemas.openxmlformats.org/drawingml/2006/table">
            <a:tbl>
              <a:tblPr/>
              <a:tblGrid>
                <a:gridCol w="1645920"/>
                <a:gridCol w="1645920"/>
                <a:gridCol w="1645920"/>
              </a:tblGrid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Metric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Current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Target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Readability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98%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100%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Slide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48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50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</a:tbl>
          </a:graphicData>
        </a:graphic>
      </p:graphicFrame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5989320" y="1508760"/>
            <a:ext cx="5303520" cy="2651760"/>
          </a:xfrm>
          <a:prstGeom prst="rect">
            <a:avLst/>
          </a:prstGeom>
        </p:spPr>
      </p:pic>
      <p:sp>
        <p:nvSpPr>
          <p:cNvPr id="7" name="Shape 3"/>
          <p:cNvSpPr/>
          <p:nvPr/>
        </p:nvSpPr>
        <p:spPr>
          <a:xfrm>
            <a:off x="5989320" y="4800600"/>
            <a:ext cx="5303520" cy="0"/>
          </a:xfrm>
          <a:prstGeom prst="line">
            <a:avLst/>
          </a:prstGeom>
          <a:noFill/>
          <a:ln w="25400">
            <a:solidFill>
              <a:srgbClr val="94A3B8"/>
            </a:solidFill>
            <a:prstDash val="solid"/>
          </a:ln>
        </p:spPr>
      </p:sp>
      <p:sp>
        <p:nvSpPr>
          <p:cNvPr id="8" name="Text 4"/>
          <p:cNvSpPr/>
          <p:nvPr/>
        </p:nvSpPr>
        <p:spPr>
          <a:xfrm>
            <a:off x="5989320" y="5010912"/>
            <a:ext cx="5303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Unique representative marker 48</a:t>
            </a:r>
            <a:endParaRPr lang="en-US" sz="1500" dirty="0"/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6576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725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M2 representative benchmark slide 49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94360" y="932688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Repository-authored content sample 49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640080" y="1508760"/>
            <a:ext cx="2148840" cy="685800"/>
          </a:xfrm>
          <a:prstGeom prst="roundRect">
            <a:avLst/>
          </a:prstGeom>
          <a:solidFill>
            <a:srgbClr val="D1FAE5"/>
          </a:solidFill>
          <a:ln w="15875">
            <a:solidFill>
              <a:srgbClr val="64748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Section 49</a:t>
            </a:r>
            <a:endParaRPr lang="en-US" sz="2000" dirty="0"/>
          </a:p>
        </p:txBody>
      </p:sp>
      <p:graphicFrame>
        <p:nvGraphicFramePr>
          <p:cNvPr id="5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2514600"/>
          <a:ext cx="4937760" cy="2057400"/>
        </p:xfrm>
        <a:graphic>
          <a:graphicData uri="http://schemas.openxmlformats.org/drawingml/2006/table">
            <a:tbl>
              <a:tblPr/>
              <a:tblGrid>
                <a:gridCol w="1645920"/>
                <a:gridCol w="1645920"/>
                <a:gridCol w="1645920"/>
              </a:tblGrid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Metric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Current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Target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Readability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99%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100%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Slide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49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50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</a:tbl>
          </a:graphicData>
        </a:graphic>
      </p:graphicFrame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5989320" y="1508760"/>
            <a:ext cx="5303520" cy="2651760"/>
          </a:xfrm>
          <a:prstGeom prst="rect">
            <a:avLst/>
          </a:prstGeom>
        </p:spPr>
      </p:pic>
      <p:sp>
        <p:nvSpPr>
          <p:cNvPr id="7" name="Shape 3"/>
          <p:cNvSpPr/>
          <p:nvPr/>
        </p:nvSpPr>
        <p:spPr>
          <a:xfrm>
            <a:off x="5989320" y="4800600"/>
            <a:ext cx="5303520" cy="0"/>
          </a:xfrm>
          <a:prstGeom prst="line">
            <a:avLst/>
          </a:prstGeom>
          <a:noFill/>
          <a:ln w="25400">
            <a:solidFill>
              <a:srgbClr val="94A3B8"/>
            </a:solidFill>
            <a:prstDash val="solid"/>
          </a:ln>
        </p:spPr>
      </p:sp>
      <p:sp>
        <p:nvSpPr>
          <p:cNvPr id="8" name="Text 4"/>
          <p:cNvSpPr/>
          <p:nvPr/>
        </p:nvSpPr>
        <p:spPr>
          <a:xfrm>
            <a:off x="5989320" y="5010912"/>
            <a:ext cx="5303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Unique representative marker 49</a:t>
            </a:r>
            <a:endParaRPr lang="en-US" sz="1500" dirty="0"/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0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6576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725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M2 representative benchmark slide 50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94360" y="932688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Repository-authored content sample 50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640080" y="1508760"/>
            <a:ext cx="2148840" cy="685800"/>
          </a:xfrm>
          <a:prstGeom prst="roundRect">
            <a:avLst/>
          </a:prstGeom>
          <a:solidFill>
            <a:srgbClr val="DBEAFE"/>
          </a:solidFill>
          <a:ln w="15875">
            <a:solidFill>
              <a:srgbClr val="64748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Section 50</a:t>
            </a:r>
            <a:endParaRPr lang="en-US" sz="2000" dirty="0"/>
          </a:p>
        </p:txBody>
      </p:sp>
      <p:graphicFrame>
        <p:nvGraphicFramePr>
          <p:cNvPr id="5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2514600"/>
          <a:ext cx="4937760" cy="2057400"/>
        </p:xfrm>
        <a:graphic>
          <a:graphicData uri="http://schemas.openxmlformats.org/drawingml/2006/table">
            <a:tbl>
              <a:tblPr/>
              <a:tblGrid>
                <a:gridCol w="1645920"/>
                <a:gridCol w="1645920"/>
                <a:gridCol w="1645920"/>
              </a:tblGrid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Metric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Current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Target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Readability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90%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100%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Slide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50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50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</a:tbl>
          </a:graphicData>
        </a:graphic>
      </p:graphicFrame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5989320" y="1508760"/>
            <a:ext cx="5303520" cy="2651760"/>
          </a:xfrm>
          <a:prstGeom prst="rect">
            <a:avLst/>
          </a:prstGeom>
        </p:spPr>
      </p:pic>
      <p:sp>
        <p:nvSpPr>
          <p:cNvPr id="7" name="Shape 3"/>
          <p:cNvSpPr/>
          <p:nvPr/>
        </p:nvSpPr>
        <p:spPr>
          <a:xfrm>
            <a:off x="5989320" y="4800600"/>
            <a:ext cx="5303520" cy="0"/>
          </a:xfrm>
          <a:prstGeom prst="line">
            <a:avLst/>
          </a:prstGeom>
          <a:noFill/>
          <a:ln w="25400">
            <a:solidFill>
              <a:srgbClr val="94A3B8"/>
            </a:solidFill>
            <a:prstDash val="solid"/>
          </a:ln>
        </p:spPr>
      </p:sp>
      <p:sp>
        <p:nvSpPr>
          <p:cNvPr id="8" name="Text 4"/>
          <p:cNvSpPr/>
          <p:nvPr/>
        </p:nvSpPr>
        <p:spPr>
          <a:xfrm>
            <a:off x="5989320" y="5010912"/>
            <a:ext cx="5303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Unique representative marker 50</a:t>
            </a:r>
            <a:endParaRPr lang="en-US" sz="15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50</Slides>
  <Notes>50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50</vt:i4>
      </vt:variant>
    </vt:vector>
  </HeadingPairs>
  <TitlesOfParts>
    <vt:vector size="5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  <vt:lpstr>Slide 40</vt:lpstr>
      <vt:lpstr>Slide 41</vt:lpstr>
      <vt:lpstr>Slide 42</vt:lpstr>
      <vt:lpstr>Slide 43</vt:lpstr>
      <vt:lpstr>Slide 44</vt:lpstr>
      <vt:lpstr>Slide 45</vt:lpstr>
      <vt:lpstr>Slide 46</vt:lpstr>
      <vt:lpstr>Slide 47</vt:lpstr>
      <vt:lpstr>Slide 48</vt:lpstr>
      <vt:lpstr>Slide 49</vt:lpstr>
      <vt:lpstr>Slide 50</vt:lpstr>
    </vt:vector>
  </TitlesOfParts>
  <Company>Obsidian Office Viewer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M2 representative 50-slide benchmark deck</dc:title>
  <dc:subject>MIT performance benchmark fixture with text, shapes, tables and images</dc:subject>
  <dc:creator>Obsidian Office Viewer</dc:creator>
  <cp:lastModifiedBy>Obsidian Office Viewer</cp:lastModifiedBy>
  <cp:revision>1</cp:revision>
  <dcterms:created xsi:type="dcterms:W3CDTF">2026-07-14T10:31:39Z</dcterms:created>
  <dcterms:modified xsi:type="dcterms:W3CDTF">2026-07-14T10:31:39Z</dcterms:modified>
</cp:coreProperties>
</file>
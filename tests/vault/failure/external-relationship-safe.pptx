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ExternalSafetyFixture" Type="http://schemas.openxmlformats.org/officeDocument/2006/relationships/hyperlink" Target="https://example.invalid/must-not-fet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ExternalSafetyFixture"/>
              </a:rPr>
              <a:t>Failure fixture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Repository-authored failure fixture</dc:title>
  <dc:subject>Failure-path acceptance fixture</dc:subject>
  <dc:creator>Obsidian Office Viewer</dc:creator>
  <cp:lastModifiedBy>Obsidian Office Viewer</cp:lastModifiedBy>
  <cp:revision>1</cp:revision>
  <dcterms:created xsi:type="dcterms:W3CDTF">2026-07-13T07:33:08Z</dcterms:created>
  <dcterms:modified xsi:type="dcterms:W3CDTF">2026-07-13T07:33:08Z</dcterms:modified>
</cp:coreProperties>
</file>
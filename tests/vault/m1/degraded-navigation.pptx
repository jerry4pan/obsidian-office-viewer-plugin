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slide 1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slide 2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slide 3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Readable slides around one malformed lazy slide</dc:title>
  <dc:subject>Installed degraded-navigation acceptance fixture</dc:subject>
  <dc:creator>Obsidian Office Viewer</dc:creator>
  <cp:lastModifiedBy>Obsidian Office Viewer</cp:lastModifiedBy>
  <cp:revision>1</cp:revision>
  <dcterms:created xsi:type="dcterms:W3CDTF">2026-07-14T03:29:45Z</dcterms:created>
  <dcterms:modified xsi:type="dcterms:W3CDTF">2026-07-14T03:29:45Z</dcterms:modified>
</cp:coreProperties>
</file>
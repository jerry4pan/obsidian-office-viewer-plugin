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Product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371600"/>
            <a:ext cx="4754880" cy="2560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0" y="2194560"/>
            <a:ext cx="4389120" cy="201168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1D4ED8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8620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transparency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SVG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images-transparency-standard</dc:title>
  <dc:subject>MIT compatibility corpus fixture</dc:subject>
  <dc:creator>Obsidian Office Viewer</dc:creator>
  <cp:lastModifiedBy>Obsidian Office Viewer</cp:lastModifiedBy>
  <cp:revision>1</cp:revision>
  <dcterms:created xsi:type="dcterms:W3CDTF">2026-07-13T04:12:33Z</dcterms:created>
  <dcterms:modified xsi:type="dcterms:W3CDTF">2026-07-13T04:12:33Z</dcterms:modified>
</cp:coreProperties>
</file>
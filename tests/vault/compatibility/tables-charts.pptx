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FY26 plan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FY26 plan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North</c:v>
                  </c:pt>
                  <c:pt idx="1">
                    <c:v>South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performance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4754880" cy="2103120"/>
        </p:xfrm>
        <a:graphic>
          <a:graphicData uri="http://schemas.openxmlformats.org/drawingml/2006/table">
            <a:tbl>
              <a:tblPr/>
              <a:tblGrid>
                <a:gridCol w="1584960"/>
                <a:gridCol w="1584960"/>
                <a:gridCol w="15849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 plan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North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5760720" y="1188720"/>
          <a:ext cx="56692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tables-charts</dc:title>
  <dc:subject>MIT compatibility corpus fixture</dc:subject>
  <dc:creator>Obsidian Office Viewer</dc:creator>
  <cp:lastModifiedBy>Obsidian Office Viewer</cp:lastModifiedBy>
  <cp:revision>1</cp:revision>
  <dcterms:created xsi:type="dcterms:W3CDTF">2026-07-13T04:29:59Z</dcterms:created>
  <dcterms:modified xsi:type="dcterms:W3CDTF">2026-07-13T04:29:59Z</dcterms:modified>
</cp:coreProperties>
</file>
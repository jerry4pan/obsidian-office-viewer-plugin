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325880"/>
            <a:ext cx="1083564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496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78408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complex-drawing</dc:title>
  <dc:subject>MIT compatibility corpus fixture</dc:subject>
  <dc:creator>Obsidian Office Viewer</dc:creator>
  <cp:lastModifiedBy>Obsidian Office Viewer</cp:lastModifiedBy>
  <cp:revision>1</cp:revision>
  <dcterms:created xsi:type="dcterms:W3CDTF">2026-07-13T04:29:59Z</dcterms:created>
  <dcterms:modified xsi:type="dcterms:W3CDTF">2026-07-13T04:29:59Z</dcterms:modified>
</cp:coreProperties>
</file>
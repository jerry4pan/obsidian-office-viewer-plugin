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workflow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 rot="2700000">
            <a:off x="498348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45°</a:t>
            </a:r>
            <a:endParaRPr lang="en-US" sz="2200" dirty="0"/>
          </a:p>
        </p:txBody>
      </p:sp>
      <p:grpSp>
        <p:nvGrpSpPr>
          <p:cNvPr id="99" name="Workflow group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Text 1"/>
            <p:cNvSpPr/>
            <p:nvPr/>
          </p:nvSpPr>
          <p:spPr>
            <a:xfrm>
              <a:off x="914400" y="2194560"/>
              <a:ext cx="2560320" cy="1143000"/>
            </a:xfrm>
            <a:prstGeom prst="roundRect">
              <a:avLst/>
            </a:prstGeom>
            <a:solidFill>
              <a:srgbClr val="DBEAFE"/>
            </a:solidFill>
            <a:ln w="19050">
              <a:solidFill>
                <a:srgbClr val="64748B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Discover</a:t>
              </a:r>
              <a:endParaRPr lang="en-US" sz="2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43400" y="2194560"/>
              <a:ext cx="2560320" cy="1143000"/>
            </a:xfrm>
            <a:prstGeom prst="roundRect">
              <a:avLst/>
            </a:prstGeom>
            <a:solidFill>
              <a:srgbClr val="D1FAE5"/>
            </a:solidFill>
            <a:ln w="19050">
              <a:solidFill>
                <a:srgbClr val="64748B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Decide</a:t>
              </a:r>
              <a:endParaRPr lang="en-US" sz="2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772400" y="2194560"/>
              <a:ext cx="2560320" cy="1143000"/>
            </a:xfrm>
            <a:prstGeom prst="roundRect">
              <a:avLst/>
            </a:prstGeom>
            <a:solidFill>
              <a:srgbClr val="FEF3C7"/>
            </a:solidFill>
            <a:ln w="19050">
              <a:solidFill>
                <a:srgbClr val="64748B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Deliver</a:t>
              </a:r>
              <a:endParaRPr lang="en-US" sz="20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grouped-rotated</dc:title>
  <dc:subject>MIT compatibility corpus fixture</dc:subject>
  <dc:creator>Obsidian Office Viewer</dc:creator>
  <cp:lastModifiedBy>Obsidian Office Viewer</cp:lastModifiedBy>
  <cp:revision>1</cp:revision>
  <dcterms:created xsi:type="dcterms:W3CDTF">2026-07-13T04:12:33Z</dcterms:created>
  <dcterms:modified xsi:type="dcterms:W3CDTF">2026-07-13T04:12:33Z</dcterms:modified>
</cp:coreProperties>
</file>
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US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footer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Brief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grew 24%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 New Roman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Definitely Missing Font" pitchFamily="34" charset="0"/>
                <a:ea typeface="Definitely Missing Font" pitchFamily="34" charset="-122"/>
                <a:cs typeface="Definitely Missing Font" pitchFamily="34" charset="-120"/>
              </a:rPr>
              <a:t>Missing font fallback sample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text-theme-wide</dc:title>
  <dc:subject>MIT compatibility corpus fixture</dc:subject>
  <dc:creator>Obsidian Office Viewer</dc:creator>
  <cp:lastModifiedBy>Obsidian Office Viewer</cp:lastModifiedBy>
  <cp:revision>1</cp:revision>
  <dcterms:created xsi:type="dcterms:W3CDTF">2026-07-13T04:29:59Z</dcterms:created>
  <dcterms:modified xsi:type="dcterms:W3CDTF">2026-07-13T04:29:59Z</dcterms:modified>
</cp:coreProperties>
</file>

<file path=[Content_Types].xml><?xml version="1.0" encoding="utf-8"?>
<Types xmlns="http://schemas.openxmlformats.org/package/2006/content-types">
  <Default Extension="xml" ContentType="application/xml"/>
  <Default Extension="rels" ContentType="application/vnd.openxmlformats-package.relationships+xml"/>
  <Default Extension="jpeg" ContentType="image/jpeg"/>
  <Default Extension="jpg" ContentType="image/jpg"/>
  <Default Extension="svg" ContentType="image/svg+xml"/>
  <Default Extension="png" ContentType="image/png"/>
  <Default Extension="gif" ContentType="image/gif"/>
  <Default Extension="m4v" ContentType="video/mp4"/>
  <Default Extension="mp4" ContentType="video/mp4"/>
  <Default Extension="vml" ContentType="application/vnd.openxmlformats-officedocument.vmlDrawing"/>
  <Default Extension="xlsx" ContentType="application/vnd.openxmlformats-officedocument.spreadsheetml.sheet"/>
  <Override PartName="/ppt/presentation.xml" ContentType="application/vnd.openxmlformats-officedocument.presentationml.presentation.main+xml"/>
  <Override PartName="/ppt/notesMasters/notesMaster1.xml" ContentType="application/vnd.openxmlformats-officedocument.presentationml.notesMaster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
		<Relationship Id="rId1" Type="http://schemas.openxmlformats.org/officeDocument/2006/relationships/extended-properties" Target="docProps/app.xml"/>
		<Relationship Id="rId2" Type="http://schemas.openxmlformats.org/package/2006/relationships/metadata/core-properties" Target="docProps/core.xml"/>
		<Relationship Id="rId3" Type="http://schemas.openxmlformats.org/officeDocument/2006/relationships/officeDocument" Target="ppt/presentation.xml"/>
		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256" r:id="rId2"/>
  </p:sldIdLst>
  <p:notesMasterIdLst>
    <p:notesMasterId r:id="rId3"/>
  </p:notesMasterIdLst>
  <p:sldSz cx="12192000" cy="6858000"/>
  <p:notesSz cx="6858000" cy="12192000"/>
  <p:defaultTextStyle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/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611"/>
    <p:restoredTop sz="94610"/>
  </p:normalViewPr>
  <p:slideViewPr>
    <p:cSldViewPr snapToGrid="0" snapToObjects="1">
      <p:cViewPr varScale="1">
        <p:scale>
          <a:sx n="136" d="100"/>
          <a:sy n="136" d="100"/>
        </p:scale>
        <p:origin x="216" y="31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slide" Target="slides/slide1.xml"/><Relationship Id="rId3" Type="http://schemas.openxmlformats.org/officeDocument/2006/relationships/notesMaster" Target="notesMasters/notesMaster1.xml"/><Relationship Id="rId4" Type="http://schemas.openxmlformats.org/officeDocument/2006/relationships/presProps" Target="presProps.xml"/><Relationship Id="rId5" Type="http://schemas.openxmlformats.org/officeDocument/2006/relationships/viewProps" Target="viewProps.xml"/><Relationship Id="rId6" Type="http://schemas.openxmlformats.org/officeDocument/2006/relationships/theme" Target="theme/theme1.xml"/><Relationship Id="rId7" Type="http://schemas.openxmlformats.org/officeDocument/2006/relationships/tableStyles" Target="tableStyles.xml"/></Relationships>
</file>

<file path=ppt/notesMasters/_rels/notesMaster1.xml.rels><?xml version="1.0" encoding="UTF-8" standalone="yes"?>
<Relationships xmlns="http://schemas.openxmlformats.org/package/2006/relationships">
		<Relationship Id="rId1" Type="http://schemas.openxmlformats.org/officeDocument/2006/relationships/theme" Target="../theme/theme1.xml"/>
		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5282F153-3F37-0F45-9E97-73ACFA13230C}" type="datetimeFigureOut">
              <a:rPr lang="en-US"/>
              <a:t>7/23/19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E5E9CC1-C706-0F49-92D6-E571CC5EEA8F}" type="slidenum">
              <a:rPr lang="en-US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
		<Relationships xmlns="http://schemas.openxmlformats.org/package/2006/relationships">
			<Relationship Id="rId1" Type="http://schemas.openxmlformats.org/officeDocument/2006/relationships/notesMaster" Target="../notesMasters/notesMaster1.xml"/>
			<Relationship Id="rId2" Type="http://schemas.openxmlformats.org/officeDocument/2006/relationships/slide" Target="../slides/slide1.xml"/>
		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/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en-US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safety/oversized.xml><?xml version="1.0" encoding="utf-8"?>
<safety>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</safety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EFAULT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</p:sldLayoutIdLst>
  <p:hf sldNum="0" hdr="0" ftr="0" dt="0"/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image" Target="../media/image-1-1.png"/><Relationship Id="rId2" Type="http://schemas.openxmlformats.org/officeDocument/2006/relationships/slideLayout" Target="../slideLayouts/slideLayout1.xml"/><Relationship Id="rId3" Type="http://schemas.openxmlformats.org/officeDocument/2006/relationships/notesSlide" Target="../notesSlides/notesSlide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/>
          <p:cNvSpPr/>
          <p:nvPr/>
        </p:nvSpPr>
        <p:spPr>
          <a:xfrm>
            <a:off x="914400" y="914400"/>
            <a:ext cx="4572000" cy="548640"/>
          </a:xfrm>
          <a:prstGeom prst="rect">
            <a:avLst/>
          </a:prstGeom>
          <a:noFill/>
          <a:ln/>
        </p:spPr>
        <p:txBody>
          <a:bodyPr wrap="square" rtlCol="0" anchor="ctr"/>
          <a:lstStyle/>
          <a:p>
            <a:pPr indent="0" marL="0">
              <a:buNone/>
            </a:pPr>
            <a:r>
              <a:rPr lang="en-US" sz="2400" dirty="0">
                <a:solidFill>
                  <a:srgbClr val="000000"/>
                </a:solidFill>
                <a:latin typeface="Arial" pitchFamily="34" charset="0"/>
                <a:ea typeface="Arial" pitchFamily="34" charset="-122"/>
                <a:cs typeface="Arial" pitchFamily="34" charset="-120"/>
              </a:rPr>
              <a:t>Failure fixture</a:t>
            </a:r>
            <a:endParaRPr lang="en-US" sz="2400" dirty="0"/>
          </a:p>
        </p:txBody>
      </p:sp>
      <p:pic>
        <p:nvPicPr>
          <p:cNvPr id="3" name="Image 0" descr="preencoded.png">    </p:cNvPr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914400" y="1828800"/>
            <a:ext cx="914400" cy="914400"/>
          </a:xfrm>
          <a:prstGeom prst="rect">
            <a:avLst/>
          </a:prstGeom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0</Words>
  <Application>Microsoft Office PowerPoint</Application>
  <PresentationFormat>On-screen Show (16:9)</PresentationFormat>
  <Paragraphs>0</Paragraphs>
  <Slides>1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2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</vt:i4>
      </vt:variant>
    </vt:vector>
  </HeadingPairs>
  <TitlesOfParts>
    <vt:vector size="4" baseType="lpstr">
      <vt:lpstr>Arial</vt:lpstr>
      <vt:lpstr>Calibri</vt:lpstr>
      <vt:lpstr>Office Theme</vt:lpstr>
      <vt:lpstr>Slide 1</vt:lpstr>
    </vt:vector>
  </TitlesOfParts>
  <Company>Obsidian Office Viewer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Repository-authored failure fixture</dc:title>
  <dc:subject>Failure-path acceptance fixture</dc:subject>
  <dc:creator>Obsidian Office Viewer</dc:creator>
  <cp:lastModifiedBy>Obsidian Office Viewer</cp:lastModifiedBy>
  <cp:revision>1</cp:revision>
  <dcterms:created xsi:type="dcterms:W3CDTF">2026-07-13T07:33:08Z</dcterms:created>
  <dcterms:modified xsi:type="dcterms:W3CDTF">2026-07-13T07:33:08Z</dcterms:modified>
</cp:coreProperties>
</file>
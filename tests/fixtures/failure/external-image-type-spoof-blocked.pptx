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invalid/must-not-fetch.p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fixture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link="rId1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Repository-authored failure fixture</dc:title>
  <dc:subject>Failure-path acceptance fixture</dc:subject>
  <dc:creator>Obsidian Office Viewer</dc:creator>
  <cp:lastModifiedBy>Obsidian Office Viewer</cp:lastModifiedBy>
  <cp:revision>1</cp:revision>
  <dcterms:created xsi:type="dcterms:W3CDTF">2026-07-13T07:33:08Z</dcterms:created>
  <dcterms:modified xsi:type="dcterms:W3CDTF">2026-07-13T07:33:08Z</dcterms:modified>
</cp:coreProperties>
</file>
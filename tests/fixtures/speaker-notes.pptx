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t>DECOY_NOTES_MASTER_HEADER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DECOY_NOTES_MASTER_DATE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t>DECOY_NOTES_MASTER_FOOTER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AUTHOR_NOTE_P1 First author paragraph</a:t>
            </a:r>
            <a:endParaRPr lang="en-US" dirty="0"/>
          </a:p>
          <a:p>
            <a:r>
              <a:rPr lang="en-US" dirty="0"/>
              <a:t>AUTHOR_NOTE_P2 Second author paragraph</a:t>
            </a:r>
            <a:endParaRPr lang="en-US" dirty="0"/>
          </a:p>
          <a:p>
            <a:r>
              <a:rPr lang="en-US" dirty="0"/>
              <a:t>讲者备注标记 NOTE_ZH_HANS</a:t>
            </a:r>
            <a:endParaRPr lang="en-US" dirty="0"/>
          </a:p>
          <a:p>
            <a:r>
              <a:rPr lang="en-US" dirty="0"/>
              <a:t>講者備註標記 NOTE_ZH_HANT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DECOY_SLIDE_NUMBER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DECOY_SLIDE_NUMBER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with author notes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with empty notes part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without notes relationship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Obsidian Office Viewer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Speaker notes fixture</dc:title>
  <dc:subject>Speaker-note viewing fixture</dc:subject>
  <dc:creator>Obsidian Office Viewer</dc:creator>
  <cp:lastModifiedBy>Obsidian Office Viewer</cp:lastModifiedBy>
  <cp:revision>1</cp:revision>
  <dcterms:created xsi:type="dcterms:W3CDTF">2026-07-18T14:58:41Z</dcterms:created>
  <dcterms:modified xsi:type="dcterms:W3CDTF">2026-07-18T14:58:41Z</dcterms:modified>
</cp:coreProperties>
</file>
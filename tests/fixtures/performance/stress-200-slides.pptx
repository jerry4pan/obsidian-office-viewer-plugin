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</p:sldIdLst>
  <p:notesMasterIdLst>
    <p:notesMasterId r:id="rId2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notesMaster" Target="notesMasters/notesMaster1.xml"/><Relationship Id="rId203" Type="http://schemas.openxmlformats.org/officeDocument/2006/relationships/presProps" Target="presProps.xml"/><Relationship Id="rId204" Type="http://schemas.openxmlformats.org/officeDocument/2006/relationships/viewProps" Target="viewProps.xml"/><Relationship Id="rId205" Type="http://schemas.openxmlformats.org/officeDocument/2006/relationships/theme" Target="theme/theme1.xml"/><Relationship Id="rId2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197: local deterministic benchmark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852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search marker</a:t>
            </a:r>
            <a:endParaRPr lang="en-US" sz="14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198: local deterministic benchmark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852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简体中文搜索标记</a:t>
            </a:r>
            <a:endParaRPr lang="en-US" sz="14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199: local deterministic benchmark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852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繁體中文搜尋標記</a:t>
            </a:r>
            <a:endParaRPr lang="en-US" sz="14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200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200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200: local deterministic benchmark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852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Unicode   spacing marker Café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200</Slides>
  <Notes>200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200</vt:i4>
      </vt:variant>
    </vt:vector>
  </HeadingPairs>
  <TitlesOfParts>
    <vt:vector size="2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200-slide cancellation and memory stress deck</dc:title>
  <dc:subject>MIT performance stress fixture with unique text and shapes</dc:subject>
  <dc:creator>Obsidian Office Viewer</dc:creator>
  <cp:lastModifiedBy>Obsidian Office Viewer</cp:lastModifiedBy>
  <cp:revision>1</cp:revision>
  <dcterms:created xsi:type="dcterms:W3CDTF">2026-07-18T11:09:30Z</dcterms:created>
  <dcterms:modified xsi:type="dcterms:W3CDTF">2026-07-18T11:09:30Z</dcterms:modified>
</cp:coreProperties>
</file>
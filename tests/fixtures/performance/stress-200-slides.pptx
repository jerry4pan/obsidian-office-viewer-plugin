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slideMasters/slideMaster160.xml" ContentType="application/vnd.openxmlformats-officedocument.presentationml.slideMaster+xml"/>
  <Override PartName="/ppt/slides/slide160.xml" ContentType="application/vnd.openxmlformats-officedocument.presentationml.slide+xml"/>
  <Override PartName="/ppt/slideMasters/slideMaster161.xml" ContentType="application/vnd.openxmlformats-officedocument.presentationml.slideMaster+xml"/>
  <Override PartName="/ppt/slides/slide161.xml" ContentType="application/vnd.openxmlformats-officedocument.presentationml.slide+xml"/>
  <Override PartName="/ppt/slideMasters/slideMaster162.xml" ContentType="application/vnd.openxmlformats-officedocument.presentationml.slideMaster+xml"/>
  <Override PartName="/ppt/slides/slide162.xml" ContentType="application/vnd.openxmlformats-officedocument.presentationml.slide+xml"/>
  <Override PartName="/ppt/slideMasters/slideMaster163.xml" ContentType="application/vnd.openxmlformats-officedocument.presentationml.slideMaster+xml"/>
  <Override PartName="/ppt/slides/slide163.xml" ContentType="application/vnd.openxmlformats-officedocument.presentationml.slide+xml"/>
  <Override PartName="/ppt/slideMasters/slideMaster164.xml" ContentType="application/vnd.openxmlformats-officedocument.presentationml.slideMaster+xml"/>
  <Override PartName="/ppt/slides/slide164.xml" ContentType="application/vnd.openxmlformats-officedocument.presentationml.slide+xml"/>
  <Override PartName="/ppt/slideMasters/slideMaster165.xml" ContentType="application/vnd.openxmlformats-officedocument.presentationml.slideMaster+xml"/>
  <Override PartName="/ppt/slides/slide165.xml" ContentType="application/vnd.openxmlformats-officedocument.presentationml.slide+xml"/>
  <Override PartName="/ppt/slideMasters/slideMaster166.xml" ContentType="application/vnd.openxmlformats-officedocument.presentationml.slideMaster+xml"/>
  <Override PartName="/ppt/slides/slide166.xml" ContentType="application/vnd.openxmlformats-officedocument.presentationml.slide+xml"/>
  <Override PartName="/ppt/slideMasters/slideMaster167.xml" ContentType="application/vnd.openxmlformats-officedocument.presentationml.slideMaster+xml"/>
  <Override PartName="/ppt/slides/slide167.xml" ContentType="application/vnd.openxmlformats-officedocument.presentationml.slide+xml"/>
  <Override PartName="/ppt/slideMasters/slideMaster168.xml" ContentType="application/vnd.openxmlformats-officedocument.presentationml.slideMaster+xml"/>
  <Override PartName="/ppt/slides/slide168.xml" ContentType="application/vnd.openxmlformats-officedocument.presentationml.slide+xml"/>
  <Override PartName="/ppt/slideMasters/slideMaster169.xml" ContentType="application/vnd.openxmlformats-officedocument.presentationml.slideMaster+xml"/>
  <Override PartName="/ppt/slides/slide169.xml" ContentType="application/vnd.openxmlformats-officedocument.presentationml.slide+xml"/>
  <Override PartName="/ppt/slideMasters/slideMaster170.xml" ContentType="application/vnd.openxmlformats-officedocument.presentationml.slideMaster+xml"/>
  <Override PartName="/ppt/slides/slide170.xml" ContentType="application/vnd.openxmlformats-officedocument.presentationml.slide+xml"/>
  <Override PartName="/ppt/slideMasters/slideMaster171.xml" ContentType="application/vnd.openxmlformats-officedocument.presentationml.slideMaster+xml"/>
  <Override PartName="/ppt/slides/slide171.xml" ContentType="application/vnd.openxmlformats-officedocument.presentationml.slide+xml"/>
  <Override PartName="/ppt/slideMasters/slideMaster172.xml" ContentType="application/vnd.openxmlformats-officedocument.presentationml.slideMaster+xml"/>
  <Override PartName="/ppt/slides/slide172.xml" ContentType="application/vnd.openxmlformats-officedocument.presentationml.slide+xml"/>
  <Override PartName="/ppt/slideMasters/slideMaster173.xml" ContentType="application/vnd.openxmlformats-officedocument.presentationml.slideMaster+xml"/>
  <Override PartName="/ppt/slides/slide173.xml" ContentType="application/vnd.openxmlformats-officedocument.presentationml.slide+xml"/>
  <Override PartName="/ppt/slideMasters/slideMaster174.xml" ContentType="application/vnd.openxmlformats-officedocument.presentationml.slideMaster+xml"/>
  <Override PartName="/ppt/slides/slide174.xml" ContentType="application/vnd.openxmlformats-officedocument.presentationml.slide+xml"/>
  <Override PartName="/ppt/slideMasters/slideMaster175.xml" ContentType="application/vnd.openxmlformats-officedocument.presentationml.slideMaster+xml"/>
  <Override PartName="/ppt/slides/slide175.xml" ContentType="application/vnd.openxmlformats-officedocument.presentationml.slide+xml"/>
  <Override PartName="/ppt/slideMasters/slideMaster176.xml" ContentType="application/vnd.openxmlformats-officedocument.presentationml.slideMaster+xml"/>
  <Override PartName="/ppt/slides/slide176.xml" ContentType="application/vnd.openxmlformats-officedocument.presentationml.slide+xml"/>
  <Override PartName="/ppt/slideMasters/slideMaster177.xml" ContentType="application/vnd.openxmlformats-officedocument.presentationml.slideMaster+xml"/>
  <Override PartName="/ppt/slides/slide177.xml" ContentType="application/vnd.openxmlformats-officedocument.presentationml.slide+xml"/>
  <Override PartName="/ppt/slideMasters/slideMaster178.xml" ContentType="application/vnd.openxmlformats-officedocument.presentationml.slideMaster+xml"/>
  <Override PartName="/ppt/slides/slide178.xml" ContentType="application/vnd.openxmlformats-officedocument.presentationml.slide+xml"/>
  <Override PartName="/ppt/slideMasters/slideMaster179.xml" ContentType="application/vnd.openxmlformats-officedocument.presentationml.slideMaster+xml"/>
  <Override PartName="/ppt/slides/slide179.xml" ContentType="application/vnd.openxmlformats-officedocument.presentationml.slide+xml"/>
  <Override PartName="/ppt/slideMasters/slideMaster180.xml" ContentType="application/vnd.openxmlformats-officedocument.presentationml.slideMaster+xml"/>
  <Override PartName="/ppt/slides/slide180.xml" ContentType="application/vnd.openxmlformats-officedocument.presentationml.slide+xml"/>
  <Override PartName="/ppt/slideMasters/slideMaster181.xml" ContentType="application/vnd.openxmlformats-officedocument.presentationml.slideMaster+xml"/>
  <Override PartName="/ppt/slides/slide181.xml" ContentType="application/vnd.openxmlformats-officedocument.presentationml.slide+xml"/>
  <Override PartName="/ppt/slideMasters/slideMaster182.xml" ContentType="application/vnd.openxmlformats-officedocument.presentationml.slideMaster+xml"/>
  <Override PartName="/ppt/slides/slide182.xml" ContentType="application/vnd.openxmlformats-officedocument.presentationml.slide+xml"/>
  <Override PartName="/ppt/slideMasters/slideMaster183.xml" ContentType="application/vnd.openxmlformats-officedocument.presentationml.slideMaster+xml"/>
  <Override PartName="/ppt/slides/slide183.xml" ContentType="application/vnd.openxmlformats-officedocument.presentationml.slide+xml"/>
  <Override PartName="/ppt/slideMasters/slideMaster184.xml" ContentType="application/vnd.openxmlformats-officedocument.presentationml.slideMaster+xml"/>
  <Override PartName="/ppt/slides/slide184.xml" ContentType="application/vnd.openxmlformats-officedocument.presentationml.slide+xml"/>
  <Override PartName="/ppt/slideMasters/slideMaster185.xml" ContentType="application/vnd.openxmlformats-officedocument.presentationml.slideMaster+xml"/>
  <Override PartName="/ppt/slides/slide185.xml" ContentType="application/vnd.openxmlformats-officedocument.presentationml.slide+xml"/>
  <Override PartName="/ppt/slideMasters/slideMaster186.xml" ContentType="application/vnd.openxmlformats-officedocument.presentationml.slideMaster+xml"/>
  <Override PartName="/ppt/slides/slide186.xml" ContentType="application/vnd.openxmlformats-officedocument.presentationml.slide+xml"/>
  <Override PartName="/ppt/slideMasters/slideMaster187.xml" ContentType="application/vnd.openxmlformats-officedocument.presentationml.slideMaster+xml"/>
  <Override PartName="/ppt/slides/slide187.xml" ContentType="application/vnd.openxmlformats-officedocument.presentationml.slide+xml"/>
  <Override PartName="/ppt/slideMasters/slideMaster188.xml" ContentType="application/vnd.openxmlformats-officedocument.presentationml.slideMaster+xml"/>
  <Override PartName="/ppt/slides/slide188.xml" ContentType="application/vnd.openxmlformats-officedocument.presentationml.slide+xml"/>
  <Override PartName="/ppt/slideMasters/slideMaster189.xml" ContentType="application/vnd.openxmlformats-officedocument.presentationml.slideMaster+xml"/>
  <Override PartName="/ppt/slides/slide189.xml" ContentType="application/vnd.openxmlformats-officedocument.presentationml.slide+xml"/>
  <Override PartName="/ppt/slideMasters/slideMaster190.xml" ContentType="application/vnd.openxmlformats-officedocument.presentationml.slideMaster+xml"/>
  <Override PartName="/ppt/slides/slide190.xml" ContentType="application/vnd.openxmlformats-officedocument.presentationml.slide+xml"/>
  <Override PartName="/ppt/slideMasters/slideMaster191.xml" ContentType="application/vnd.openxmlformats-officedocument.presentationml.slideMaster+xml"/>
  <Override PartName="/ppt/slides/slide191.xml" ContentType="application/vnd.openxmlformats-officedocument.presentationml.slide+xml"/>
  <Override PartName="/ppt/slideMasters/slideMaster192.xml" ContentType="application/vnd.openxmlformats-officedocument.presentationml.slideMaster+xml"/>
  <Override PartName="/ppt/slides/slide192.xml" ContentType="application/vnd.openxmlformats-officedocument.presentationml.slide+xml"/>
  <Override PartName="/ppt/slideMasters/slideMaster193.xml" ContentType="application/vnd.openxmlformats-officedocument.presentationml.slideMaster+xml"/>
  <Override PartName="/ppt/slides/slide193.xml" ContentType="application/vnd.openxmlformats-officedocument.presentationml.slide+xml"/>
  <Override PartName="/ppt/slideMasters/slideMaster194.xml" ContentType="application/vnd.openxmlformats-officedocument.presentationml.slideMaster+xml"/>
  <Override PartName="/ppt/slides/slide194.xml" ContentType="application/vnd.openxmlformats-officedocument.presentationml.slide+xml"/>
  <Override PartName="/ppt/slideMasters/slideMaster195.xml" ContentType="application/vnd.openxmlformats-officedocument.presentationml.slideMaster+xml"/>
  <Override PartName="/ppt/slides/slide195.xml" ContentType="application/vnd.openxmlformats-officedocument.presentationml.slide+xml"/>
  <Override PartName="/ppt/slideMasters/slideMaster196.xml" ContentType="application/vnd.openxmlformats-officedocument.presentationml.slideMaster+xml"/>
  <Override PartName="/ppt/slides/slide196.xml" ContentType="application/vnd.openxmlformats-officedocument.presentationml.slide+xml"/>
  <Override PartName="/ppt/slideMasters/slideMaster197.xml" ContentType="application/vnd.openxmlformats-officedocument.presentationml.slideMaster+xml"/>
  <Override PartName="/ppt/slides/slide197.xml" ContentType="application/vnd.openxmlformats-officedocument.presentationml.slide+xml"/>
  <Override PartName="/ppt/slideMasters/slideMaster198.xml" ContentType="application/vnd.openxmlformats-officedocument.presentationml.slideMaster+xml"/>
  <Override PartName="/ppt/slides/slide198.xml" ContentType="application/vnd.openxmlformats-officedocument.presentationml.slide+xml"/>
  <Override PartName="/ppt/slideMasters/slideMaster199.xml" ContentType="application/vnd.openxmlformats-officedocument.presentationml.slideMaster+xml"/>
  <Override PartName="/ppt/slides/slide199.xml" ContentType="application/vnd.openxmlformats-officedocument.presentationml.slide+xml"/>
  <Override PartName="/ppt/slideMasters/slideMaster200.xml" ContentType="application/vnd.openxmlformats-officedocument.presentationml.slideMaster+xml"/>
  <Override PartName="/ppt/slides/slide20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  <p:sldId id="415" r:id="rId161"/>
    <p:sldId id="416" r:id="rId162"/>
    <p:sldId id="417" r:id="rId163"/>
    <p:sldId id="418" r:id="rId164"/>
    <p:sldId id="419" r:id="rId165"/>
    <p:sldId id="420" r:id="rId166"/>
    <p:sldId id="421" r:id="rId167"/>
    <p:sldId id="422" r:id="rId168"/>
    <p:sldId id="423" r:id="rId169"/>
    <p:sldId id="424" r:id="rId170"/>
    <p:sldId id="425" r:id="rId171"/>
    <p:sldId id="426" r:id="rId172"/>
    <p:sldId id="427" r:id="rId173"/>
    <p:sldId id="428" r:id="rId174"/>
    <p:sldId id="429" r:id="rId175"/>
    <p:sldId id="430" r:id="rId176"/>
    <p:sldId id="431" r:id="rId177"/>
    <p:sldId id="432" r:id="rId178"/>
    <p:sldId id="433" r:id="rId179"/>
    <p:sldId id="434" r:id="rId180"/>
    <p:sldId id="435" r:id="rId181"/>
    <p:sldId id="436" r:id="rId182"/>
    <p:sldId id="437" r:id="rId183"/>
    <p:sldId id="438" r:id="rId184"/>
    <p:sldId id="439" r:id="rId185"/>
    <p:sldId id="440" r:id="rId186"/>
    <p:sldId id="441" r:id="rId187"/>
    <p:sldId id="442" r:id="rId188"/>
    <p:sldId id="443" r:id="rId189"/>
    <p:sldId id="444" r:id="rId190"/>
    <p:sldId id="445" r:id="rId191"/>
    <p:sldId id="446" r:id="rId192"/>
    <p:sldId id="447" r:id="rId193"/>
    <p:sldId id="448" r:id="rId194"/>
    <p:sldId id="449" r:id="rId195"/>
    <p:sldId id="450" r:id="rId196"/>
    <p:sldId id="451" r:id="rId197"/>
    <p:sldId id="452" r:id="rId198"/>
    <p:sldId id="453" r:id="rId199"/>
    <p:sldId id="454" r:id="rId200"/>
    <p:sldId id="455" r:id="rId201"/>
  </p:sldIdLst>
  <p:notesMasterIdLst>
    <p:notesMasterId r:id="rId20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slide" Target="slides/slide160.xml"/><Relationship Id="rId162" Type="http://schemas.openxmlformats.org/officeDocument/2006/relationships/slide" Target="slides/slide161.xml"/><Relationship Id="rId163" Type="http://schemas.openxmlformats.org/officeDocument/2006/relationships/slide" Target="slides/slide162.xml"/><Relationship Id="rId164" Type="http://schemas.openxmlformats.org/officeDocument/2006/relationships/slide" Target="slides/slide163.xml"/><Relationship Id="rId165" Type="http://schemas.openxmlformats.org/officeDocument/2006/relationships/slide" Target="slides/slide164.xml"/><Relationship Id="rId166" Type="http://schemas.openxmlformats.org/officeDocument/2006/relationships/slide" Target="slides/slide165.xml"/><Relationship Id="rId167" Type="http://schemas.openxmlformats.org/officeDocument/2006/relationships/slide" Target="slides/slide166.xml"/><Relationship Id="rId168" Type="http://schemas.openxmlformats.org/officeDocument/2006/relationships/slide" Target="slides/slide167.xml"/><Relationship Id="rId169" Type="http://schemas.openxmlformats.org/officeDocument/2006/relationships/slide" Target="slides/slide168.xml"/><Relationship Id="rId170" Type="http://schemas.openxmlformats.org/officeDocument/2006/relationships/slide" Target="slides/slide169.xml"/><Relationship Id="rId171" Type="http://schemas.openxmlformats.org/officeDocument/2006/relationships/slide" Target="slides/slide170.xml"/><Relationship Id="rId172" Type="http://schemas.openxmlformats.org/officeDocument/2006/relationships/slide" Target="slides/slide171.xml"/><Relationship Id="rId173" Type="http://schemas.openxmlformats.org/officeDocument/2006/relationships/slide" Target="slides/slide172.xml"/><Relationship Id="rId174" Type="http://schemas.openxmlformats.org/officeDocument/2006/relationships/slide" Target="slides/slide173.xml"/><Relationship Id="rId175" Type="http://schemas.openxmlformats.org/officeDocument/2006/relationships/slide" Target="slides/slide174.xml"/><Relationship Id="rId176" Type="http://schemas.openxmlformats.org/officeDocument/2006/relationships/slide" Target="slides/slide175.xml"/><Relationship Id="rId177" Type="http://schemas.openxmlformats.org/officeDocument/2006/relationships/slide" Target="slides/slide176.xml"/><Relationship Id="rId178" Type="http://schemas.openxmlformats.org/officeDocument/2006/relationships/slide" Target="slides/slide177.xml"/><Relationship Id="rId179" Type="http://schemas.openxmlformats.org/officeDocument/2006/relationships/slide" Target="slides/slide178.xml"/><Relationship Id="rId180" Type="http://schemas.openxmlformats.org/officeDocument/2006/relationships/slide" Target="slides/slide179.xml"/><Relationship Id="rId181" Type="http://schemas.openxmlformats.org/officeDocument/2006/relationships/slide" Target="slides/slide180.xml"/><Relationship Id="rId182" Type="http://schemas.openxmlformats.org/officeDocument/2006/relationships/slide" Target="slides/slide181.xml"/><Relationship Id="rId183" Type="http://schemas.openxmlformats.org/officeDocument/2006/relationships/slide" Target="slides/slide182.xml"/><Relationship Id="rId184" Type="http://schemas.openxmlformats.org/officeDocument/2006/relationships/slide" Target="slides/slide183.xml"/><Relationship Id="rId185" Type="http://schemas.openxmlformats.org/officeDocument/2006/relationships/slide" Target="slides/slide184.xml"/><Relationship Id="rId186" Type="http://schemas.openxmlformats.org/officeDocument/2006/relationships/slide" Target="slides/slide185.xml"/><Relationship Id="rId187" Type="http://schemas.openxmlformats.org/officeDocument/2006/relationships/slide" Target="slides/slide186.xml"/><Relationship Id="rId188" Type="http://schemas.openxmlformats.org/officeDocument/2006/relationships/slide" Target="slides/slide187.xml"/><Relationship Id="rId189" Type="http://schemas.openxmlformats.org/officeDocument/2006/relationships/slide" Target="slides/slide188.xml"/><Relationship Id="rId190" Type="http://schemas.openxmlformats.org/officeDocument/2006/relationships/slide" Target="slides/slide189.xml"/><Relationship Id="rId191" Type="http://schemas.openxmlformats.org/officeDocument/2006/relationships/slide" Target="slides/slide190.xml"/><Relationship Id="rId192" Type="http://schemas.openxmlformats.org/officeDocument/2006/relationships/slide" Target="slides/slide191.xml"/><Relationship Id="rId193" Type="http://schemas.openxmlformats.org/officeDocument/2006/relationships/slide" Target="slides/slide192.xml"/><Relationship Id="rId194" Type="http://schemas.openxmlformats.org/officeDocument/2006/relationships/slide" Target="slides/slide193.xml"/><Relationship Id="rId195" Type="http://schemas.openxmlformats.org/officeDocument/2006/relationships/slide" Target="slides/slide194.xml"/><Relationship Id="rId196" Type="http://schemas.openxmlformats.org/officeDocument/2006/relationships/slide" Target="slides/slide195.xml"/><Relationship Id="rId197" Type="http://schemas.openxmlformats.org/officeDocument/2006/relationships/slide" Target="slides/slide196.xml"/><Relationship Id="rId198" Type="http://schemas.openxmlformats.org/officeDocument/2006/relationships/slide" Target="slides/slide197.xml"/><Relationship Id="rId199" Type="http://schemas.openxmlformats.org/officeDocument/2006/relationships/slide" Target="slides/slide198.xml"/><Relationship Id="rId200" Type="http://schemas.openxmlformats.org/officeDocument/2006/relationships/slide" Target="slides/slide199.xml"/><Relationship Id="rId201" Type="http://schemas.openxmlformats.org/officeDocument/2006/relationships/slide" Target="slides/slide200.xml"/><Relationship Id="rId202" Type="http://schemas.openxmlformats.org/officeDocument/2006/relationships/notesMaster" Target="notesMasters/notesMaster1.xml"/><Relationship Id="rId203" Type="http://schemas.openxmlformats.org/officeDocument/2006/relationships/presProps" Target="presProps.xml"/><Relationship Id="rId204" Type="http://schemas.openxmlformats.org/officeDocument/2006/relationships/viewProps" Target="viewProps.xml"/><Relationship Id="rId205" Type="http://schemas.openxmlformats.org/officeDocument/2006/relationships/theme" Target="theme/theme1.xml"/><Relationship Id="rId20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_rels/notesSlide1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0.xml"/>
		</Relationships>
</file>

<file path=ppt/notesSlides/_rels/notesSlide1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1.xml"/>
		</Relationships>
</file>

<file path=ppt/notesSlides/_rels/notesSlide1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2.xml"/>
		</Relationships>
</file>

<file path=ppt/notesSlides/_rels/notesSlide1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3.xml"/>
		</Relationships>
</file>

<file path=ppt/notesSlides/_rels/notesSlide1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4.xml"/>
		</Relationships>
</file>

<file path=ppt/notesSlides/_rels/notesSlide1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5.xml"/>
		</Relationships>
</file>

<file path=ppt/notesSlides/_rels/notesSlide1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6.xml"/>
		</Relationships>
</file>

<file path=ppt/notesSlides/_rels/notesSlide1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7.xml"/>
		</Relationships>
</file>

<file path=ppt/notesSlides/_rels/notesSlide1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8.xml"/>
		</Relationships>
</file>

<file path=ppt/notesSlides/_rels/notesSlide1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9.xml"/>
		</Relationships>
</file>

<file path=ppt/notesSlides/_rels/notesSlide1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0.xml"/>
		</Relationships>
</file>

<file path=ppt/notesSlides/_rels/notesSlide1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1.xml"/>
		</Relationships>
</file>

<file path=ppt/notesSlides/_rels/notesSlide1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2.xml"/>
		</Relationships>
</file>

<file path=ppt/notesSlides/_rels/notesSlide1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3.xml"/>
		</Relationships>
</file>

<file path=ppt/notesSlides/_rels/notesSlide1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4.xml"/>
		</Relationships>
</file>

<file path=ppt/notesSlides/_rels/notesSlide1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5.xml"/>
		</Relationships>
</file>

<file path=ppt/notesSlides/_rels/notesSlide1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6.xml"/>
		</Relationships>
</file>

<file path=ppt/notesSlides/_rels/notesSlide1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7.xml"/>
		</Relationships>
</file>

<file path=ppt/notesSlides/_rels/notesSlide1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8.xml"/>
		</Relationships>
</file>

<file path=ppt/notesSlides/_rels/notesSlide1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9.xml"/>
		</Relationships>
</file>

<file path=ppt/notesSlides/_rels/notesSlide1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0.xml"/>
		</Relationships>
</file>

<file path=ppt/notesSlides/_rels/notesSlide1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1.xml"/>
		</Relationships>
</file>

<file path=ppt/notesSlides/_rels/notesSlide1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2.xml"/>
		</Relationships>
</file>

<file path=ppt/notesSlides/_rels/notesSlide1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3.xml"/>
		</Relationships>
</file>

<file path=ppt/notesSlides/_rels/notesSlide1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4.xml"/>
		</Relationships>
</file>

<file path=ppt/notesSlides/_rels/notesSlide1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5.xml"/>
		</Relationships>
</file>

<file path=ppt/notesSlides/_rels/notesSlide1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6.xml"/>
		</Relationships>
</file>

<file path=ppt/notesSlides/_rels/notesSlide1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7.xml"/>
		</Relationships>
</file>

<file path=ppt/notesSlides/_rels/notesSlide1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8.xml"/>
		</Relationships>
</file>

<file path=ppt/notesSlides/_rels/notesSlide1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9.xml"/>
		</Relationships>
</file>

<file path=ppt/notesSlides/_rels/notesSlide1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0.xml"/>
		</Relationships>
</file>

<file path=ppt/notesSlides/_rels/notesSlide1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1.xml"/>
		</Relationships>
</file>

<file path=ppt/notesSlides/_rels/notesSlide1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2.xml"/>
		</Relationships>
</file>

<file path=ppt/notesSlides/_rels/notesSlide1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3.xml"/>
		</Relationships>
</file>

<file path=ppt/notesSlides/_rels/notesSlide1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4.xml"/>
		</Relationships>
</file>

<file path=ppt/notesSlides/_rels/notesSlide1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5.xml"/>
		</Relationships>
</file>

<file path=ppt/notesSlides/_rels/notesSlide1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6.xml"/>
		</Relationships>
</file>

<file path=ppt/notesSlides/_rels/notesSlide1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7.xml"/>
		</Relationships>
</file>

<file path=ppt/notesSlides/_rels/notesSlide1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8.xml"/>
		</Relationships>
</file>

<file path=ppt/notesSlides/_rels/notesSlide1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9.xml"/>
		</Relationships>
</file>

<file path=ppt/notesSlides/_rels/notesSlide2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2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2: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3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3: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4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4: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5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5: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6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6: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7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7: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8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8: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9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9: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10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10: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11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11: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12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12: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13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13: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14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14: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15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15: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16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016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16: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17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017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17: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18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018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18: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19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019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19: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20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020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20: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21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021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21: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22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022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22: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23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023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23: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24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024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24: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25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025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25: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26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026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26: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27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027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27: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28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028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28: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29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029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29: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30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030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30: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31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031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31: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32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032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32: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33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033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33: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34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034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34: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35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035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35: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36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036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36: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37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037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37: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38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038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38: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39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039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39: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40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040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40: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41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041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41: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42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042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42: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43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043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43: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44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044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44: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45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045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45: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46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046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46: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47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047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47: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48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048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48: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49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049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49: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50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050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50: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51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051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51: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52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052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52: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53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053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53: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54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054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54: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55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055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55: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56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056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56: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57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057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57: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58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058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58: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59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059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59: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60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060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60: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61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061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61: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62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062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62: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63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063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63: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64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064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64: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65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065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65: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66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066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66: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67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067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67: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68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068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68: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69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069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69: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70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070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70: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71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071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71: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72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072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72: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73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073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73: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74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074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74: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75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075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75: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76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076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76: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77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077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77: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78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078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78: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79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079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79: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80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080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80: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81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081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81: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82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082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82: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83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083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83: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84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084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84: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85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085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85: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86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086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86: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87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087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87: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88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088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88: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89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089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89: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90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090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90: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91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091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91: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92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092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92: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93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093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93: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94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094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94: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95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095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95: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96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096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96: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97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097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97: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98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098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98: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99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099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99: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100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100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100: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101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101.1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101.2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101.3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101.4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101.5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101.6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101: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102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102: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103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103: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104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104.1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104.2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104.3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104.4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104.5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104.6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104: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105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105.1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105.2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105.3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105.4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105.5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105.6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105: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106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106.1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106.2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106.3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106.4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106.5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106.6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106: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107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107.1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107.2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107.3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107.4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107.5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107.6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107: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108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108.1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108.2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108.3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108.4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108.5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108.6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108: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109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109.1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109.2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109.3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109.4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109.5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109.6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109: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110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110.1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110.2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110.3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110.4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110.5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110.6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110: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111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111: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112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112: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113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113.1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113.2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113.3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113.4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113.5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113.6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113: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114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114.1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114.2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114.3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114.4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114.5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114.6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114: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115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115: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116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116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116.1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116.2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116.3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116.4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116.5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116.6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116: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117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117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117.1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117.2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117.3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117.4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117.5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117.6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117: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118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118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118: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119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119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119.1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119.2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119.3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119.4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119.5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119.6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119: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120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120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120: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121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121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121.1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121.2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121.3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121.4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121.5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121.6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121: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122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122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122.1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122.2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122.3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122.4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122.5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122.6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122: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123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123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123.1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123.2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123.3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123.4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123.5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123.6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123: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124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124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124.1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124.2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124.3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124.4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124.5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124.6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124: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125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125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125.1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125.2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125.3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125.4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125.5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125.6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125: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126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126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126.1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126.2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126.3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126.4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126.5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126.6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126: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127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127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127.1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127.2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127.3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127.4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127.5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127.6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127: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128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128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128: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129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129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129.1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129.2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129.3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129.4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129.5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129.6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129: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130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130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130.1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130.2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130.3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130.4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130.5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130.6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130: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131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131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131: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132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132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132.1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132.2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132.3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132.4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132.5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132.6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132: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133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133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133.1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133.2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133.3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133.4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133.5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133.6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133: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134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134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134.1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134.2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134.3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134.4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134.5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134.6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134: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135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135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135.1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135.2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135.3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135.4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135.5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135.6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135: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136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136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136.1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136.2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136.3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136.4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136.5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136.6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136: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137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137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137.1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137.2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137.3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137.4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137.5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137.6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137: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138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138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138.1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138.2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138.3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138.4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138.5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138.6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138: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139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139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139.1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139.2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139.3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139.4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139.5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139.6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139: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140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140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140: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141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141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141.1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141.2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141.3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141.4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141.5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141.6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141: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142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142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142.1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142.2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142.3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142.4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142.5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142.6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142: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143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143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143.1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143.2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143.3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143.4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143.5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143.6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143: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144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144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144.1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144.2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144.3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144.4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144.5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144.6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144: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145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145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145.1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145.2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145.3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145.4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145.5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145.6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145: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146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146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146.1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146.2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146.3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146.4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146.5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146.6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146: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147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147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147.1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147.2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147.3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147.4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147.5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147.6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147: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148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148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148.1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148.2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148.3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148.4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148.5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148.6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148: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149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149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149.1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149.2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149.3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149.4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149.5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149.6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149: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150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150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150: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151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151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151.1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151.2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151.3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151.4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151.5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151.6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151: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152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152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152.1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152.2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152.3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152.4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152.5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152.6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152: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153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153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153.1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153.2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153.3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153.4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153.5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153.6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153: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154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154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154.1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154.2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154.3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154.4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154.5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154.6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154: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155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155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155.1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155.2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155.3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155.4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155.5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155.6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155: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156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156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156.1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156.2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156.3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156.4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156.5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156.6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156: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157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157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157.1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157.2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157.3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157.4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157.5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157.6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157: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158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158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158.1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158.2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158.3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158.4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158.5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158.6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158: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159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159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159.1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159.2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159.3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159.4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159.5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159.6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159: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0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160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160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160.1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160.2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160.3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160.4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160.5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160.6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160: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161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161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161.1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161.2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161.3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161.4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161.5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161.6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161: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2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162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162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162.1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162.2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162.3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162.4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162.5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162.6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162: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163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163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163.1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163.2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163.3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163.4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163.5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163.6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163: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4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164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164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164.1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164.2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164.3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164.4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164.5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164.6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164: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165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165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165.1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165.2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165.3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165.4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165.5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165.6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165: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6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166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166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166.1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166.2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166.3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166.4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166.5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166.6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166: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167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167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167.1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167.2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167.3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167.4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167.5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167.6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167: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8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168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168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168.1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168.2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168.3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168.4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168.5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168.6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168: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169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169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169.1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169.2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169.3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169.4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169.5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169.6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169: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0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170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170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170.1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170.2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170.3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170.4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170.5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170.6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170: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171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171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171.1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171.2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171.3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171.4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171.5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171.6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171: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2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172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172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172.1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172.2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172.3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172.4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172.5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172.6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172: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173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173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173.1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173.2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173.3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173.4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173.5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173.6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173: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4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174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174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174.1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174.2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174.3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174.4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174.5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174.6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174: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175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175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175.1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175.2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175.3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175.4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175.5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175.6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175: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6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176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176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176.1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176.2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176.3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176.4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176.5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176.6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176: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177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177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177.1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177.2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177.3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177.4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177.5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177.6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177: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8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178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178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178.1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178.2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178.3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178.4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178.5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178.6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178: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179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179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179.1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179.2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179.3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179.4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179.5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179.6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179: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0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180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180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180: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181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181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181.1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181.2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181.3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181.4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181.5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181.6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181: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2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182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182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182.1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182.2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182.3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182.4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182.5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182.6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182: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183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183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183.1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183.2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183.3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183.4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183.5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183.6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183: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4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184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184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184.1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184.2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184.3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184.4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184.5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184.6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184: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185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185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185.1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185.2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185.3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185.4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185.5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185.6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185: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6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186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186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186.1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186.2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186.3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186.4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186.5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186.6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186: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187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187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187.1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187.2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187.3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187.4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187.5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187.6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187: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8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188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188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188.1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188.2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188.3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188.4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188.5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188.6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188: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189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189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189.1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189.2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189.3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189.4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189.5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189.6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189: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0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190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190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190.1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190.2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190.3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190.4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190.5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190.6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190: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191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191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191.1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191.2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191.3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191.4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191.5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191.6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191: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2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192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192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192: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193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193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193.1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193.2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193.3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193.4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193.5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193.6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193: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4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194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194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194.1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194.2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194.3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194.4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194.5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194.6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194: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195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195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195.1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195.2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195.3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195.4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195.5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195.6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195: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6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196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196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196.1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196.2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196.3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196.4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196.5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196.6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196: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197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197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197.1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197.2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197.3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197.4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197.5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197.6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197: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8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198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198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198.1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198.2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198.3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198.4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198.5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198.6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198: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199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199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199.1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199.2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199.3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199.4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199.5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199.6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199: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0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benchmark slide 200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stress marker 200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200.1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56032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200.2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434840" y="1828800"/>
            <a:ext cx="1508760" cy="10058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200.3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09360" y="3474720"/>
            <a:ext cx="1508760" cy="1005840"/>
          </a:xfrm>
          <a:prstGeom prst="ellipse">
            <a:avLst/>
          </a:prstGeom>
          <a:solidFill>
            <a:srgbClr val="FCE7F3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200.4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1828800"/>
            <a:ext cx="1508760" cy="10058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200.5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0" y="3474720"/>
            <a:ext cx="1508760" cy="10058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200.6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52578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payload 200: local deterministic benchmark content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200</Slides>
  <Notes>200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200</vt:i4>
      </vt:variant>
    </vt:vector>
  </HeadingPairs>
  <TitlesOfParts>
    <vt:vector size="20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</vt:vector>
  </TitlesOfParts>
  <Company>Obsidian Office Viewer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200-slide cancellation and memory stress deck</dc:title>
  <dc:subject>MIT performance stress fixture with unique text and shapes</dc:subject>
  <dc:creator>Obsidian Office Viewer</dc:creator>
  <cp:lastModifiedBy>Obsidian Office Viewer</cp:lastModifiedBy>
  <cp:revision>1</cp:revision>
  <dcterms:created xsi:type="dcterms:W3CDTF">2026-07-13T07:59:23Z</dcterms:created>
  <dcterms:modified xsi:type="dcterms:W3CDTF">2026-07-13T07:59:23Z</dcterms:modified>
</cp:coreProperties>
</file>